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4" r:id="rId3"/>
    <p:sldId id="286" r:id="rId4"/>
    <p:sldId id="283" r:id="rId5"/>
    <p:sldId id="287" r:id="rId6"/>
    <p:sldId id="285" r:id="rId7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500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bs\Desktop\강사_PPT\Desktop\03.DTP\강사 커리큘럼_디자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 txBox="1"/>
          <p:nvPr/>
        </p:nvSpPr>
        <p:spPr>
          <a:xfrm>
            <a:off x="3365500" y="4380740"/>
            <a:ext cx="3962400" cy="2447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-79375" algn="ctr">
              <a:lnSpc>
                <a:spcPct val="116700"/>
              </a:lnSpc>
              <a:spcBef>
                <a:spcPts val="100"/>
              </a:spcBef>
            </a:pPr>
            <a:r>
              <a:rPr lang="en-US" altLang="ko-KR" sz="14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"/>
              </a:rPr>
              <a:t>36H · 8주 과정 커리큘럼</a:t>
            </a:r>
          </a:p>
        </p:txBody>
      </p:sp>
      <p:sp>
        <p:nvSpPr>
          <p:cNvPr id="6" name="object 6"/>
          <p:cNvSpPr/>
          <p:nvPr/>
        </p:nvSpPr>
        <p:spPr>
          <a:xfrm>
            <a:off x="5201999" y="396000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7997" y="0"/>
                </a:lnTo>
              </a:path>
            </a:pathLst>
          </a:custGeom>
          <a:ln w="508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1756410" cy="198755"/>
            <a:chOff x="8532021" y="6992183"/>
            <a:chExt cx="1756410" cy="198755"/>
          </a:xfrm>
        </p:grpSpPr>
        <p:sp>
          <p:nvSpPr>
            <p:cNvPr id="8" name="object 8"/>
            <p:cNvSpPr/>
            <p:nvPr/>
          </p:nvSpPr>
          <p:spPr>
            <a:xfrm>
              <a:off x="9001049" y="7036498"/>
              <a:ext cx="1287145" cy="106045"/>
            </a:xfrm>
            <a:custGeom>
              <a:avLst/>
              <a:gdLst/>
              <a:ahLst/>
              <a:cxnLst/>
              <a:rect l="l" t="t" r="r" b="b"/>
              <a:pathLst>
                <a:path w="1287145" h="106045">
                  <a:moveTo>
                    <a:pt x="73875" y="38862"/>
                  </a:moveTo>
                  <a:lnTo>
                    <a:pt x="53682" y="7759"/>
                  </a:lnTo>
                  <a:lnTo>
                    <a:pt x="53682" y="44221"/>
                  </a:lnTo>
                  <a:lnTo>
                    <a:pt x="52158" y="48793"/>
                  </a:lnTo>
                  <a:lnTo>
                    <a:pt x="49098" y="52832"/>
                  </a:lnTo>
                  <a:lnTo>
                    <a:pt x="45986" y="56870"/>
                  </a:lnTo>
                  <a:lnTo>
                    <a:pt x="41986" y="58940"/>
                  </a:lnTo>
                  <a:lnTo>
                    <a:pt x="32245" y="58940"/>
                  </a:lnTo>
                  <a:lnTo>
                    <a:pt x="28257" y="56857"/>
                  </a:lnTo>
                  <a:lnTo>
                    <a:pt x="25184" y="52654"/>
                  </a:lnTo>
                  <a:lnTo>
                    <a:pt x="22110" y="48552"/>
                  </a:lnTo>
                  <a:lnTo>
                    <a:pt x="20675" y="44221"/>
                  </a:lnTo>
                  <a:lnTo>
                    <a:pt x="20574" y="33820"/>
                  </a:lnTo>
                  <a:lnTo>
                    <a:pt x="22174" y="29260"/>
                  </a:lnTo>
                  <a:lnTo>
                    <a:pt x="25463" y="25146"/>
                  </a:lnTo>
                  <a:lnTo>
                    <a:pt x="28714" y="21132"/>
                  </a:lnTo>
                  <a:lnTo>
                    <a:pt x="32626" y="19088"/>
                  </a:lnTo>
                  <a:lnTo>
                    <a:pt x="42138" y="19088"/>
                  </a:lnTo>
                  <a:lnTo>
                    <a:pt x="46139" y="21170"/>
                  </a:lnTo>
                  <a:lnTo>
                    <a:pt x="49225" y="25438"/>
                  </a:lnTo>
                  <a:lnTo>
                    <a:pt x="52209" y="29451"/>
                  </a:lnTo>
                  <a:lnTo>
                    <a:pt x="53619" y="33820"/>
                  </a:lnTo>
                  <a:lnTo>
                    <a:pt x="53682" y="44221"/>
                  </a:lnTo>
                  <a:lnTo>
                    <a:pt x="53682" y="7759"/>
                  </a:lnTo>
                  <a:lnTo>
                    <a:pt x="50901" y="6324"/>
                  </a:lnTo>
                  <a:lnTo>
                    <a:pt x="44107" y="4406"/>
                  </a:lnTo>
                  <a:lnTo>
                    <a:pt x="36753" y="3759"/>
                  </a:lnTo>
                  <a:lnTo>
                    <a:pt x="29464" y="4406"/>
                  </a:lnTo>
                  <a:lnTo>
                    <a:pt x="673" y="31889"/>
                  </a:lnTo>
                  <a:lnTo>
                    <a:pt x="0" y="38862"/>
                  </a:lnTo>
                  <a:lnTo>
                    <a:pt x="685" y="45872"/>
                  </a:lnTo>
                  <a:lnTo>
                    <a:pt x="29629" y="73355"/>
                  </a:lnTo>
                  <a:lnTo>
                    <a:pt x="36944" y="73990"/>
                  </a:lnTo>
                  <a:lnTo>
                    <a:pt x="44234" y="73355"/>
                  </a:lnTo>
                  <a:lnTo>
                    <a:pt x="73190" y="45872"/>
                  </a:lnTo>
                  <a:lnTo>
                    <a:pt x="73875" y="38862"/>
                  </a:lnTo>
                  <a:close/>
                </a:path>
                <a:path w="1287145" h="106045">
                  <a:moveTo>
                    <a:pt x="127266" y="32512"/>
                  </a:moveTo>
                  <a:lnTo>
                    <a:pt x="110667" y="32512"/>
                  </a:lnTo>
                  <a:lnTo>
                    <a:pt x="110667" y="2984"/>
                  </a:lnTo>
                  <a:lnTo>
                    <a:pt x="87350" y="2984"/>
                  </a:lnTo>
                  <a:lnTo>
                    <a:pt x="87350" y="104127"/>
                  </a:lnTo>
                  <a:lnTo>
                    <a:pt x="110667" y="104127"/>
                  </a:lnTo>
                  <a:lnTo>
                    <a:pt x="110667" y="47193"/>
                  </a:lnTo>
                  <a:lnTo>
                    <a:pt x="127266" y="47193"/>
                  </a:lnTo>
                  <a:lnTo>
                    <a:pt x="127266" y="32512"/>
                  </a:lnTo>
                  <a:close/>
                </a:path>
                <a:path w="1287145" h="106045">
                  <a:moveTo>
                    <a:pt x="199478" y="10020"/>
                  </a:moveTo>
                  <a:lnTo>
                    <a:pt x="199415" y="4813"/>
                  </a:lnTo>
                  <a:lnTo>
                    <a:pt x="136842" y="4813"/>
                  </a:lnTo>
                  <a:lnTo>
                    <a:pt x="136842" y="18821"/>
                  </a:lnTo>
                  <a:lnTo>
                    <a:pt x="175526" y="18821"/>
                  </a:lnTo>
                  <a:lnTo>
                    <a:pt x="175806" y="23571"/>
                  </a:lnTo>
                  <a:lnTo>
                    <a:pt x="175501" y="26797"/>
                  </a:lnTo>
                  <a:lnTo>
                    <a:pt x="174701" y="32766"/>
                  </a:lnTo>
                  <a:lnTo>
                    <a:pt x="138772" y="32804"/>
                  </a:lnTo>
                  <a:lnTo>
                    <a:pt x="138772" y="46837"/>
                  </a:lnTo>
                  <a:lnTo>
                    <a:pt x="170751" y="46837"/>
                  </a:lnTo>
                  <a:lnTo>
                    <a:pt x="164630" y="55753"/>
                  </a:lnTo>
                  <a:lnTo>
                    <a:pt x="156311" y="62649"/>
                  </a:lnTo>
                  <a:lnTo>
                    <a:pt x="146227" y="67259"/>
                  </a:lnTo>
                  <a:lnTo>
                    <a:pt x="134823" y="69278"/>
                  </a:lnTo>
                  <a:lnTo>
                    <a:pt x="134823" y="83845"/>
                  </a:lnTo>
                  <a:lnTo>
                    <a:pt x="180022" y="67106"/>
                  </a:lnTo>
                  <a:lnTo>
                    <a:pt x="198843" y="22796"/>
                  </a:lnTo>
                  <a:lnTo>
                    <a:pt x="199478" y="10020"/>
                  </a:lnTo>
                  <a:close/>
                </a:path>
                <a:path w="1287145" h="106045">
                  <a:moveTo>
                    <a:pt x="253631" y="32512"/>
                  </a:moveTo>
                  <a:lnTo>
                    <a:pt x="237058" y="32512"/>
                  </a:lnTo>
                  <a:lnTo>
                    <a:pt x="237058" y="2984"/>
                  </a:lnTo>
                  <a:lnTo>
                    <a:pt x="213715" y="2984"/>
                  </a:lnTo>
                  <a:lnTo>
                    <a:pt x="213715" y="104127"/>
                  </a:lnTo>
                  <a:lnTo>
                    <a:pt x="237058" y="104127"/>
                  </a:lnTo>
                  <a:lnTo>
                    <a:pt x="237058" y="47193"/>
                  </a:lnTo>
                  <a:lnTo>
                    <a:pt x="253631" y="47193"/>
                  </a:lnTo>
                  <a:lnTo>
                    <a:pt x="253631" y="32512"/>
                  </a:lnTo>
                  <a:close/>
                </a:path>
                <a:path w="1287145" h="106045">
                  <a:moveTo>
                    <a:pt x="318465" y="65989"/>
                  </a:moveTo>
                  <a:lnTo>
                    <a:pt x="286664" y="65989"/>
                  </a:lnTo>
                  <a:lnTo>
                    <a:pt x="286664" y="18669"/>
                  </a:lnTo>
                  <a:lnTo>
                    <a:pt x="318236" y="18669"/>
                  </a:lnTo>
                  <a:lnTo>
                    <a:pt x="318236" y="4927"/>
                  </a:lnTo>
                  <a:lnTo>
                    <a:pt x="264579" y="4927"/>
                  </a:lnTo>
                  <a:lnTo>
                    <a:pt x="264579" y="77876"/>
                  </a:lnTo>
                  <a:lnTo>
                    <a:pt x="274459" y="80479"/>
                  </a:lnTo>
                  <a:lnTo>
                    <a:pt x="318465" y="80479"/>
                  </a:lnTo>
                  <a:lnTo>
                    <a:pt x="318465" y="65989"/>
                  </a:lnTo>
                  <a:close/>
                </a:path>
                <a:path w="1287145" h="106045">
                  <a:moveTo>
                    <a:pt x="348500" y="3009"/>
                  </a:moveTo>
                  <a:lnTo>
                    <a:pt x="328815" y="3009"/>
                  </a:lnTo>
                  <a:lnTo>
                    <a:pt x="328815" y="32118"/>
                  </a:lnTo>
                  <a:lnTo>
                    <a:pt x="310349" y="32118"/>
                  </a:lnTo>
                  <a:lnTo>
                    <a:pt x="310349" y="47345"/>
                  </a:lnTo>
                  <a:lnTo>
                    <a:pt x="328815" y="47345"/>
                  </a:lnTo>
                  <a:lnTo>
                    <a:pt x="328815" y="103289"/>
                  </a:lnTo>
                  <a:lnTo>
                    <a:pt x="348500" y="103289"/>
                  </a:lnTo>
                  <a:lnTo>
                    <a:pt x="348500" y="3009"/>
                  </a:lnTo>
                  <a:close/>
                </a:path>
                <a:path w="1287145" h="106045">
                  <a:moveTo>
                    <a:pt x="375856" y="3022"/>
                  </a:moveTo>
                  <a:lnTo>
                    <a:pt x="356476" y="2984"/>
                  </a:lnTo>
                  <a:lnTo>
                    <a:pt x="356476" y="103327"/>
                  </a:lnTo>
                  <a:lnTo>
                    <a:pt x="375856" y="103327"/>
                  </a:lnTo>
                  <a:lnTo>
                    <a:pt x="375856" y="3022"/>
                  </a:lnTo>
                  <a:close/>
                </a:path>
                <a:path w="1287145" h="106045">
                  <a:moveTo>
                    <a:pt x="460133" y="4851"/>
                  </a:moveTo>
                  <a:lnTo>
                    <a:pt x="437743" y="4851"/>
                  </a:lnTo>
                  <a:lnTo>
                    <a:pt x="437743" y="18669"/>
                  </a:lnTo>
                  <a:lnTo>
                    <a:pt x="437743" y="66116"/>
                  </a:lnTo>
                  <a:lnTo>
                    <a:pt x="416852" y="66116"/>
                  </a:lnTo>
                  <a:lnTo>
                    <a:pt x="416852" y="18669"/>
                  </a:lnTo>
                  <a:lnTo>
                    <a:pt x="437743" y="18669"/>
                  </a:lnTo>
                  <a:lnTo>
                    <a:pt x="437743" y="4851"/>
                  </a:lnTo>
                  <a:lnTo>
                    <a:pt x="394487" y="4851"/>
                  </a:lnTo>
                  <a:lnTo>
                    <a:pt x="394487" y="67767"/>
                  </a:lnTo>
                  <a:lnTo>
                    <a:pt x="396240" y="73888"/>
                  </a:lnTo>
                  <a:lnTo>
                    <a:pt x="401027" y="77724"/>
                  </a:lnTo>
                  <a:lnTo>
                    <a:pt x="408127" y="79717"/>
                  </a:lnTo>
                  <a:lnTo>
                    <a:pt x="416839" y="80276"/>
                  </a:lnTo>
                  <a:lnTo>
                    <a:pt x="460133" y="80276"/>
                  </a:lnTo>
                  <a:lnTo>
                    <a:pt x="460133" y="66116"/>
                  </a:lnTo>
                  <a:lnTo>
                    <a:pt x="460133" y="18669"/>
                  </a:lnTo>
                  <a:lnTo>
                    <a:pt x="460133" y="4851"/>
                  </a:lnTo>
                  <a:close/>
                </a:path>
                <a:path w="1287145" h="106045">
                  <a:moveTo>
                    <a:pt x="502793" y="2971"/>
                  </a:moveTo>
                  <a:lnTo>
                    <a:pt x="479386" y="2971"/>
                  </a:lnTo>
                  <a:lnTo>
                    <a:pt x="479386" y="104114"/>
                  </a:lnTo>
                  <a:lnTo>
                    <a:pt x="502793" y="104114"/>
                  </a:lnTo>
                  <a:lnTo>
                    <a:pt x="502793" y="2971"/>
                  </a:lnTo>
                  <a:close/>
                </a:path>
                <a:path w="1287145" h="106045">
                  <a:moveTo>
                    <a:pt x="596442" y="7772"/>
                  </a:moveTo>
                  <a:lnTo>
                    <a:pt x="539330" y="7772"/>
                  </a:lnTo>
                  <a:lnTo>
                    <a:pt x="539330" y="22161"/>
                  </a:lnTo>
                  <a:lnTo>
                    <a:pt x="575589" y="22161"/>
                  </a:lnTo>
                  <a:lnTo>
                    <a:pt x="575348" y="22936"/>
                  </a:lnTo>
                  <a:lnTo>
                    <a:pt x="555586" y="28321"/>
                  </a:lnTo>
                  <a:lnTo>
                    <a:pt x="536905" y="28321"/>
                  </a:lnTo>
                  <a:lnTo>
                    <a:pt x="536905" y="40386"/>
                  </a:lnTo>
                  <a:lnTo>
                    <a:pt x="546125" y="40386"/>
                  </a:lnTo>
                  <a:lnTo>
                    <a:pt x="548690" y="40208"/>
                  </a:lnTo>
                  <a:lnTo>
                    <a:pt x="563333" y="38874"/>
                  </a:lnTo>
                  <a:lnTo>
                    <a:pt x="563016" y="39192"/>
                  </a:lnTo>
                  <a:lnTo>
                    <a:pt x="531698" y="51993"/>
                  </a:lnTo>
                  <a:lnTo>
                    <a:pt x="541515" y="63601"/>
                  </a:lnTo>
                  <a:lnTo>
                    <a:pt x="579589" y="44792"/>
                  </a:lnTo>
                  <a:lnTo>
                    <a:pt x="585431" y="38874"/>
                  </a:lnTo>
                  <a:lnTo>
                    <a:pt x="588365" y="34785"/>
                  </a:lnTo>
                  <a:lnTo>
                    <a:pt x="594817" y="21158"/>
                  </a:lnTo>
                  <a:lnTo>
                    <a:pt x="596442" y="14427"/>
                  </a:lnTo>
                  <a:lnTo>
                    <a:pt x="596442" y="7772"/>
                  </a:lnTo>
                  <a:close/>
                </a:path>
                <a:path w="1287145" h="106045">
                  <a:moveTo>
                    <a:pt x="630389" y="63830"/>
                  </a:moveTo>
                  <a:lnTo>
                    <a:pt x="612330" y="63830"/>
                  </a:lnTo>
                  <a:lnTo>
                    <a:pt x="612330" y="78574"/>
                  </a:lnTo>
                  <a:lnTo>
                    <a:pt x="612330" y="89712"/>
                  </a:lnTo>
                  <a:lnTo>
                    <a:pt x="568921" y="89712"/>
                  </a:lnTo>
                  <a:lnTo>
                    <a:pt x="568921" y="78574"/>
                  </a:lnTo>
                  <a:lnTo>
                    <a:pt x="612330" y="78574"/>
                  </a:lnTo>
                  <a:lnTo>
                    <a:pt x="612330" y="63830"/>
                  </a:lnTo>
                  <a:lnTo>
                    <a:pt x="550849" y="63830"/>
                  </a:lnTo>
                  <a:lnTo>
                    <a:pt x="550849" y="104444"/>
                  </a:lnTo>
                  <a:lnTo>
                    <a:pt x="630389" y="104444"/>
                  </a:lnTo>
                  <a:lnTo>
                    <a:pt x="630389" y="89712"/>
                  </a:lnTo>
                  <a:lnTo>
                    <a:pt x="630389" y="78574"/>
                  </a:lnTo>
                  <a:lnTo>
                    <a:pt x="630389" y="63830"/>
                  </a:lnTo>
                  <a:close/>
                </a:path>
                <a:path w="1287145" h="106045">
                  <a:moveTo>
                    <a:pt x="630758" y="2438"/>
                  </a:moveTo>
                  <a:lnTo>
                    <a:pt x="612686" y="2438"/>
                  </a:lnTo>
                  <a:lnTo>
                    <a:pt x="612686" y="28194"/>
                  </a:lnTo>
                  <a:lnTo>
                    <a:pt x="592683" y="28194"/>
                  </a:lnTo>
                  <a:lnTo>
                    <a:pt x="592683" y="43180"/>
                  </a:lnTo>
                  <a:lnTo>
                    <a:pt x="612686" y="43180"/>
                  </a:lnTo>
                  <a:lnTo>
                    <a:pt x="612686" y="59880"/>
                  </a:lnTo>
                  <a:lnTo>
                    <a:pt x="630758" y="59880"/>
                  </a:lnTo>
                  <a:lnTo>
                    <a:pt x="630758" y="2438"/>
                  </a:lnTo>
                  <a:close/>
                </a:path>
                <a:path w="1287145" h="106045">
                  <a:moveTo>
                    <a:pt x="736854" y="5918"/>
                  </a:moveTo>
                  <a:lnTo>
                    <a:pt x="650887" y="5918"/>
                  </a:lnTo>
                  <a:lnTo>
                    <a:pt x="650887" y="20891"/>
                  </a:lnTo>
                  <a:lnTo>
                    <a:pt x="736854" y="20891"/>
                  </a:lnTo>
                  <a:lnTo>
                    <a:pt x="736854" y="5918"/>
                  </a:lnTo>
                  <a:close/>
                </a:path>
                <a:path w="1287145" h="106045">
                  <a:moveTo>
                    <a:pt x="739279" y="40614"/>
                  </a:moveTo>
                  <a:lnTo>
                    <a:pt x="723747" y="40614"/>
                  </a:lnTo>
                  <a:lnTo>
                    <a:pt x="725576" y="23329"/>
                  </a:lnTo>
                  <a:lnTo>
                    <a:pt x="707263" y="23329"/>
                  </a:lnTo>
                  <a:lnTo>
                    <a:pt x="705815" y="40614"/>
                  </a:lnTo>
                  <a:lnTo>
                    <a:pt x="681799" y="40614"/>
                  </a:lnTo>
                  <a:lnTo>
                    <a:pt x="680351" y="23329"/>
                  </a:lnTo>
                  <a:lnTo>
                    <a:pt x="662038" y="23329"/>
                  </a:lnTo>
                  <a:lnTo>
                    <a:pt x="663854" y="40614"/>
                  </a:lnTo>
                  <a:lnTo>
                    <a:pt x="648462" y="40614"/>
                  </a:lnTo>
                  <a:lnTo>
                    <a:pt x="648462" y="55587"/>
                  </a:lnTo>
                  <a:lnTo>
                    <a:pt x="739279" y="55587"/>
                  </a:lnTo>
                  <a:lnTo>
                    <a:pt x="739279" y="40614"/>
                  </a:lnTo>
                  <a:close/>
                </a:path>
                <a:path w="1287145" h="106045">
                  <a:moveTo>
                    <a:pt x="747763" y="61391"/>
                  </a:moveTo>
                  <a:lnTo>
                    <a:pt x="639965" y="61391"/>
                  </a:lnTo>
                  <a:lnTo>
                    <a:pt x="639965" y="76365"/>
                  </a:lnTo>
                  <a:lnTo>
                    <a:pt x="665429" y="76365"/>
                  </a:lnTo>
                  <a:lnTo>
                    <a:pt x="665429" y="104444"/>
                  </a:lnTo>
                  <a:lnTo>
                    <a:pt x="683501" y="104444"/>
                  </a:lnTo>
                  <a:lnTo>
                    <a:pt x="683501" y="76365"/>
                  </a:lnTo>
                  <a:lnTo>
                    <a:pt x="704850" y="76365"/>
                  </a:lnTo>
                  <a:lnTo>
                    <a:pt x="704850" y="105613"/>
                  </a:lnTo>
                  <a:lnTo>
                    <a:pt x="722909" y="105613"/>
                  </a:lnTo>
                  <a:lnTo>
                    <a:pt x="722909" y="76365"/>
                  </a:lnTo>
                  <a:lnTo>
                    <a:pt x="747763" y="76365"/>
                  </a:lnTo>
                  <a:lnTo>
                    <a:pt x="747763" y="61391"/>
                  </a:lnTo>
                  <a:close/>
                </a:path>
                <a:path w="1287145" h="106045">
                  <a:moveTo>
                    <a:pt x="818705" y="68008"/>
                  </a:moveTo>
                  <a:lnTo>
                    <a:pt x="777481" y="70802"/>
                  </a:lnTo>
                  <a:lnTo>
                    <a:pt x="776262" y="70802"/>
                  </a:lnTo>
                  <a:lnTo>
                    <a:pt x="776262" y="55359"/>
                  </a:lnTo>
                  <a:lnTo>
                    <a:pt x="808393" y="55359"/>
                  </a:lnTo>
                  <a:lnTo>
                    <a:pt x="808393" y="40386"/>
                  </a:lnTo>
                  <a:lnTo>
                    <a:pt x="776262" y="40386"/>
                  </a:lnTo>
                  <a:lnTo>
                    <a:pt x="776262" y="26809"/>
                  </a:lnTo>
                  <a:lnTo>
                    <a:pt x="809612" y="26809"/>
                  </a:lnTo>
                  <a:lnTo>
                    <a:pt x="809612" y="11836"/>
                  </a:lnTo>
                  <a:lnTo>
                    <a:pt x="758202" y="11836"/>
                  </a:lnTo>
                  <a:lnTo>
                    <a:pt x="758202" y="85763"/>
                  </a:lnTo>
                  <a:lnTo>
                    <a:pt x="800798" y="84607"/>
                  </a:lnTo>
                  <a:lnTo>
                    <a:pt x="811669" y="83337"/>
                  </a:lnTo>
                  <a:lnTo>
                    <a:pt x="815238" y="82956"/>
                  </a:lnTo>
                  <a:lnTo>
                    <a:pt x="818705" y="82638"/>
                  </a:lnTo>
                  <a:lnTo>
                    <a:pt x="818705" y="70802"/>
                  </a:lnTo>
                  <a:lnTo>
                    <a:pt x="818705" y="68008"/>
                  </a:lnTo>
                  <a:close/>
                </a:path>
                <a:path w="1287145" h="106045">
                  <a:moveTo>
                    <a:pt x="847801" y="2438"/>
                  </a:moveTo>
                  <a:lnTo>
                    <a:pt x="829741" y="2438"/>
                  </a:lnTo>
                  <a:lnTo>
                    <a:pt x="829741" y="40271"/>
                  </a:lnTo>
                  <a:lnTo>
                    <a:pt x="813981" y="40271"/>
                  </a:lnTo>
                  <a:lnTo>
                    <a:pt x="813981" y="55245"/>
                  </a:lnTo>
                  <a:lnTo>
                    <a:pt x="829741" y="55245"/>
                  </a:lnTo>
                  <a:lnTo>
                    <a:pt x="829741" y="105613"/>
                  </a:lnTo>
                  <a:lnTo>
                    <a:pt x="847801" y="105613"/>
                  </a:lnTo>
                  <a:lnTo>
                    <a:pt x="847801" y="2438"/>
                  </a:lnTo>
                  <a:close/>
                </a:path>
                <a:path w="1287145" h="106045">
                  <a:moveTo>
                    <a:pt x="922489" y="48514"/>
                  </a:moveTo>
                  <a:lnTo>
                    <a:pt x="908354" y="12661"/>
                  </a:lnTo>
                  <a:lnTo>
                    <a:pt x="904798" y="10985"/>
                  </a:lnTo>
                  <a:lnTo>
                    <a:pt x="904798" y="42430"/>
                  </a:lnTo>
                  <a:lnTo>
                    <a:pt x="904798" y="54508"/>
                  </a:lnTo>
                  <a:lnTo>
                    <a:pt x="903605" y="60045"/>
                  </a:lnTo>
                  <a:lnTo>
                    <a:pt x="898829" y="69938"/>
                  </a:lnTo>
                  <a:lnTo>
                    <a:pt x="895489" y="72415"/>
                  </a:lnTo>
                  <a:lnTo>
                    <a:pt x="887006" y="72415"/>
                  </a:lnTo>
                  <a:lnTo>
                    <a:pt x="883653" y="69926"/>
                  </a:lnTo>
                  <a:lnTo>
                    <a:pt x="878636" y="59944"/>
                  </a:lnTo>
                  <a:lnTo>
                    <a:pt x="877404" y="54508"/>
                  </a:lnTo>
                  <a:lnTo>
                    <a:pt x="877392" y="42430"/>
                  </a:lnTo>
                  <a:lnTo>
                    <a:pt x="878636" y="36969"/>
                  </a:lnTo>
                  <a:lnTo>
                    <a:pt x="883653" y="26987"/>
                  </a:lnTo>
                  <a:lnTo>
                    <a:pt x="887006" y="24485"/>
                  </a:lnTo>
                  <a:lnTo>
                    <a:pt x="895489" y="24485"/>
                  </a:lnTo>
                  <a:lnTo>
                    <a:pt x="898829" y="26987"/>
                  </a:lnTo>
                  <a:lnTo>
                    <a:pt x="903605" y="36969"/>
                  </a:lnTo>
                  <a:lnTo>
                    <a:pt x="904798" y="42430"/>
                  </a:lnTo>
                  <a:lnTo>
                    <a:pt x="904798" y="10985"/>
                  </a:lnTo>
                  <a:lnTo>
                    <a:pt x="900709" y="9055"/>
                  </a:lnTo>
                  <a:lnTo>
                    <a:pt x="881545" y="9055"/>
                  </a:lnTo>
                  <a:lnTo>
                    <a:pt x="859688" y="48514"/>
                  </a:lnTo>
                  <a:lnTo>
                    <a:pt x="860221" y="56908"/>
                  </a:lnTo>
                  <a:lnTo>
                    <a:pt x="881545" y="87858"/>
                  </a:lnTo>
                  <a:lnTo>
                    <a:pt x="900709" y="87858"/>
                  </a:lnTo>
                  <a:lnTo>
                    <a:pt x="921956" y="56857"/>
                  </a:lnTo>
                  <a:lnTo>
                    <a:pt x="922489" y="48514"/>
                  </a:lnTo>
                  <a:close/>
                </a:path>
                <a:path w="1287145" h="106045">
                  <a:moveTo>
                    <a:pt x="966508" y="42011"/>
                  </a:moveTo>
                  <a:lnTo>
                    <a:pt x="952080" y="42011"/>
                  </a:lnTo>
                  <a:lnTo>
                    <a:pt x="952080" y="2438"/>
                  </a:lnTo>
                  <a:lnTo>
                    <a:pt x="934021" y="2438"/>
                  </a:lnTo>
                  <a:lnTo>
                    <a:pt x="934021" y="105613"/>
                  </a:lnTo>
                  <a:lnTo>
                    <a:pt x="952080" y="105613"/>
                  </a:lnTo>
                  <a:lnTo>
                    <a:pt x="952080" y="58026"/>
                  </a:lnTo>
                  <a:lnTo>
                    <a:pt x="966508" y="58026"/>
                  </a:lnTo>
                  <a:lnTo>
                    <a:pt x="966508" y="42011"/>
                  </a:lnTo>
                  <a:close/>
                </a:path>
                <a:path w="1287145" h="106045">
                  <a:moveTo>
                    <a:pt x="1062304" y="54775"/>
                  </a:moveTo>
                  <a:lnTo>
                    <a:pt x="998283" y="54775"/>
                  </a:lnTo>
                  <a:lnTo>
                    <a:pt x="998283" y="47688"/>
                  </a:lnTo>
                  <a:lnTo>
                    <a:pt x="1059878" y="47688"/>
                  </a:lnTo>
                  <a:lnTo>
                    <a:pt x="1059878" y="32727"/>
                  </a:lnTo>
                  <a:lnTo>
                    <a:pt x="998283" y="32727"/>
                  </a:lnTo>
                  <a:lnTo>
                    <a:pt x="998283" y="25527"/>
                  </a:lnTo>
                  <a:lnTo>
                    <a:pt x="1060488" y="25527"/>
                  </a:lnTo>
                  <a:lnTo>
                    <a:pt x="1060488" y="10553"/>
                  </a:lnTo>
                  <a:lnTo>
                    <a:pt x="979855" y="10553"/>
                  </a:lnTo>
                  <a:lnTo>
                    <a:pt x="979855" y="69735"/>
                  </a:lnTo>
                  <a:lnTo>
                    <a:pt x="1062304" y="69735"/>
                  </a:lnTo>
                  <a:lnTo>
                    <a:pt x="1062304" y="54775"/>
                  </a:lnTo>
                  <a:close/>
                </a:path>
                <a:path w="1287145" h="106045">
                  <a:moveTo>
                    <a:pt x="1073950" y="80187"/>
                  </a:moveTo>
                  <a:lnTo>
                    <a:pt x="966152" y="80187"/>
                  </a:lnTo>
                  <a:lnTo>
                    <a:pt x="966152" y="95173"/>
                  </a:lnTo>
                  <a:lnTo>
                    <a:pt x="1073950" y="95173"/>
                  </a:lnTo>
                  <a:lnTo>
                    <a:pt x="1073950" y="80187"/>
                  </a:lnTo>
                  <a:close/>
                </a:path>
                <a:path w="1287145" h="106045">
                  <a:moveTo>
                    <a:pt x="1131544" y="1384"/>
                  </a:moveTo>
                  <a:lnTo>
                    <a:pt x="1093825" y="1384"/>
                  </a:lnTo>
                  <a:lnTo>
                    <a:pt x="1093825" y="14503"/>
                  </a:lnTo>
                  <a:lnTo>
                    <a:pt x="1131544" y="14503"/>
                  </a:lnTo>
                  <a:lnTo>
                    <a:pt x="1131544" y="1384"/>
                  </a:lnTo>
                  <a:close/>
                </a:path>
                <a:path w="1287145" h="106045">
                  <a:moveTo>
                    <a:pt x="1144041" y="45250"/>
                  </a:moveTo>
                  <a:lnTo>
                    <a:pt x="1141082" y="41186"/>
                  </a:lnTo>
                  <a:lnTo>
                    <a:pt x="1129284" y="35153"/>
                  </a:lnTo>
                  <a:lnTo>
                    <a:pt x="1125118" y="34302"/>
                  </a:lnTo>
                  <a:lnTo>
                    <a:pt x="1125118" y="48729"/>
                  </a:lnTo>
                  <a:lnTo>
                    <a:pt x="1125004" y="52184"/>
                  </a:lnTo>
                  <a:lnTo>
                    <a:pt x="1123886" y="53340"/>
                  </a:lnTo>
                  <a:lnTo>
                    <a:pt x="1118946" y="55041"/>
                  </a:lnTo>
                  <a:lnTo>
                    <a:pt x="1116152" y="55473"/>
                  </a:lnTo>
                  <a:lnTo>
                    <a:pt x="1110005" y="55473"/>
                  </a:lnTo>
                  <a:lnTo>
                    <a:pt x="1107198" y="55067"/>
                  </a:lnTo>
                  <a:lnTo>
                    <a:pt x="1101940" y="53441"/>
                  </a:lnTo>
                  <a:lnTo>
                    <a:pt x="1100620" y="52184"/>
                  </a:lnTo>
                  <a:lnTo>
                    <a:pt x="1100620" y="48856"/>
                  </a:lnTo>
                  <a:lnTo>
                    <a:pt x="1101966" y="47637"/>
                  </a:lnTo>
                  <a:lnTo>
                    <a:pt x="1107300" y="46012"/>
                  </a:lnTo>
                  <a:lnTo>
                    <a:pt x="1110081" y="45605"/>
                  </a:lnTo>
                  <a:lnTo>
                    <a:pt x="1116063" y="45605"/>
                  </a:lnTo>
                  <a:lnTo>
                    <a:pt x="1118895" y="46012"/>
                  </a:lnTo>
                  <a:lnTo>
                    <a:pt x="1123861" y="47536"/>
                  </a:lnTo>
                  <a:lnTo>
                    <a:pt x="1125118" y="48729"/>
                  </a:lnTo>
                  <a:lnTo>
                    <a:pt x="1125118" y="34302"/>
                  </a:lnTo>
                  <a:lnTo>
                    <a:pt x="1121930" y="33642"/>
                  </a:lnTo>
                  <a:lnTo>
                    <a:pt x="1104874" y="33642"/>
                  </a:lnTo>
                  <a:lnTo>
                    <a:pt x="1097546" y="35179"/>
                  </a:lnTo>
                  <a:lnTo>
                    <a:pt x="1084783" y="41287"/>
                  </a:lnTo>
                  <a:lnTo>
                    <a:pt x="1081684" y="45250"/>
                  </a:lnTo>
                  <a:lnTo>
                    <a:pt x="1081620" y="55473"/>
                  </a:lnTo>
                  <a:lnTo>
                    <a:pt x="1084770" y="59588"/>
                  </a:lnTo>
                  <a:lnTo>
                    <a:pt x="1097457" y="66319"/>
                  </a:lnTo>
                  <a:lnTo>
                    <a:pt x="1104671" y="67995"/>
                  </a:lnTo>
                  <a:lnTo>
                    <a:pt x="1121892" y="67995"/>
                  </a:lnTo>
                  <a:lnTo>
                    <a:pt x="1129385" y="66344"/>
                  </a:lnTo>
                  <a:lnTo>
                    <a:pt x="1141107" y="59690"/>
                  </a:lnTo>
                  <a:lnTo>
                    <a:pt x="1144041" y="55473"/>
                  </a:lnTo>
                  <a:lnTo>
                    <a:pt x="1144041" y="45605"/>
                  </a:lnTo>
                  <a:lnTo>
                    <a:pt x="1144041" y="45250"/>
                  </a:lnTo>
                  <a:close/>
                </a:path>
                <a:path w="1287145" h="106045">
                  <a:moveTo>
                    <a:pt x="1147064" y="18097"/>
                  </a:moveTo>
                  <a:lnTo>
                    <a:pt x="1078560" y="18097"/>
                  </a:lnTo>
                  <a:lnTo>
                    <a:pt x="1078560" y="31559"/>
                  </a:lnTo>
                  <a:lnTo>
                    <a:pt x="1147064" y="31559"/>
                  </a:lnTo>
                  <a:lnTo>
                    <a:pt x="1147064" y="18097"/>
                  </a:lnTo>
                  <a:close/>
                </a:path>
                <a:path w="1287145" h="106045">
                  <a:moveTo>
                    <a:pt x="1171562" y="71945"/>
                  </a:moveTo>
                  <a:lnTo>
                    <a:pt x="1090320" y="71945"/>
                  </a:lnTo>
                  <a:lnTo>
                    <a:pt x="1090320" y="86347"/>
                  </a:lnTo>
                  <a:lnTo>
                    <a:pt x="1152893" y="86347"/>
                  </a:lnTo>
                  <a:lnTo>
                    <a:pt x="1152893" y="105600"/>
                  </a:lnTo>
                  <a:lnTo>
                    <a:pt x="1171562" y="105600"/>
                  </a:lnTo>
                  <a:lnTo>
                    <a:pt x="1171562" y="71945"/>
                  </a:lnTo>
                  <a:close/>
                </a:path>
                <a:path w="1287145" h="106045">
                  <a:moveTo>
                    <a:pt x="1185379" y="29235"/>
                  </a:moveTo>
                  <a:lnTo>
                    <a:pt x="1171562" y="29235"/>
                  </a:lnTo>
                  <a:lnTo>
                    <a:pt x="1171562" y="2425"/>
                  </a:lnTo>
                  <a:lnTo>
                    <a:pt x="1153490" y="2425"/>
                  </a:lnTo>
                  <a:lnTo>
                    <a:pt x="1153490" y="68351"/>
                  </a:lnTo>
                  <a:lnTo>
                    <a:pt x="1171562" y="68351"/>
                  </a:lnTo>
                  <a:lnTo>
                    <a:pt x="1171562" y="44907"/>
                  </a:lnTo>
                  <a:lnTo>
                    <a:pt x="1185379" y="44907"/>
                  </a:lnTo>
                  <a:lnTo>
                    <a:pt x="1185379" y="29235"/>
                  </a:lnTo>
                  <a:close/>
                </a:path>
                <a:path w="1287145" h="106045">
                  <a:moveTo>
                    <a:pt x="1252677" y="14655"/>
                  </a:moveTo>
                  <a:lnTo>
                    <a:pt x="1251623" y="12649"/>
                  </a:lnTo>
                  <a:lnTo>
                    <a:pt x="1250251" y="10045"/>
                  </a:lnTo>
                  <a:lnTo>
                    <a:pt x="1240548" y="2006"/>
                  </a:lnTo>
                  <a:lnTo>
                    <a:pt x="1235456" y="622"/>
                  </a:lnTo>
                  <a:lnTo>
                    <a:pt x="1235456" y="18376"/>
                  </a:lnTo>
                  <a:lnTo>
                    <a:pt x="1235456" y="21158"/>
                  </a:lnTo>
                  <a:lnTo>
                    <a:pt x="1234528" y="22631"/>
                  </a:lnTo>
                  <a:lnTo>
                    <a:pt x="1230807" y="25869"/>
                  </a:lnTo>
                  <a:lnTo>
                    <a:pt x="1227785" y="26682"/>
                  </a:lnTo>
                  <a:lnTo>
                    <a:pt x="1219454" y="26682"/>
                  </a:lnTo>
                  <a:lnTo>
                    <a:pt x="1216431" y="25869"/>
                  </a:lnTo>
                  <a:lnTo>
                    <a:pt x="1212634" y="22631"/>
                  </a:lnTo>
                  <a:lnTo>
                    <a:pt x="1211694" y="21158"/>
                  </a:lnTo>
                  <a:lnTo>
                    <a:pt x="1211694" y="18376"/>
                  </a:lnTo>
                  <a:lnTo>
                    <a:pt x="1212608" y="16802"/>
                  </a:lnTo>
                  <a:lnTo>
                    <a:pt x="1216240" y="13474"/>
                  </a:lnTo>
                  <a:lnTo>
                    <a:pt x="1219250" y="12649"/>
                  </a:lnTo>
                  <a:lnTo>
                    <a:pt x="1227734" y="12649"/>
                  </a:lnTo>
                  <a:lnTo>
                    <a:pt x="1230807" y="13474"/>
                  </a:lnTo>
                  <a:lnTo>
                    <a:pt x="1234528" y="16802"/>
                  </a:lnTo>
                  <a:lnTo>
                    <a:pt x="1235456" y="18376"/>
                  </a:lnTo>
                  <a:lnTo>
                    <a:pt x="1235456" y="622"/>
                  </a:lnTo>
                  <a:lnTo>
                    <a:pt x="1233233" y="0"/>
                  </a:lnTo>
                  <a:lnTo>
                    <a:pt x="1213916" y="0"/>
                  </a:lnTo>
                  <a:lnTo>
                    <a:pt x="1206677" y="2019"/>
                  </a:lnTo>
                  <a:lnTo>
                    <a:pt x="1196822" y="10147"/>
                  </a:lnTo>
                  <a:lnTo>
                    <a:pt x="1194384" y="14655"/>
                  </a:lnTo>
                  <a:lnTo>
                    <a:pt x="1194384" y="25107"/>
                  </a:lnTo>
                  <a:lnTo>
                    <a:pt x="1196822" y="29654"/>
                  </a:lnTo>
                  <a:lnTo>
                    <a:pt x="1206677" y="37769"/>
                  </a:lnTo>
                  <a:lnTo>
                    <a:pt x="1213916" y="39801"/>
                  </a:lnTo>
                  <a:lnTo>
                    <a:pt x="1233068" y="39801"/>
                  </a:lnTo>
                  <a:lnTo>
                    <a:pt x="1240358" y="37769"/>
                  </a:lnTo>
                  <a:lnTo>
                    <a:pt x="1250213" y="29743"/>
                  </a:lnTo>
                  <a:lnTo>
                    <a:pt x="1251839" y="26682"/>
                  </a:lnTo>
                  <a:lnTo>
                    <a:pt x="1252677" y="25107"/>
                  </a:lnTo>
                  <a:lnTo>
                    <a:pt x="1252677" y="14655"/>
                  </a:lnTo>
                  <a:close/>
                </a:path>
                <a:path w="1287145" h="106045">
                  <a:moveTo>
                    <a:pt x="1263103" y="39687"/>
                  </a:moveTo>
                  <a:lnTo>
                    <a:pt x="1259382" y="40309"/>
                  </a:lnTo>
                  <a:lnTo>
                    <a:pt x="1252982" y="40944"/>
                  </a:lnTo>
                  <a:lnTo>
                    <a:pt x="1234795" y="42265"/>
                  </a:lnTo>
                  <a:lnTo>
                    <a:pt x="1227569" y="42595"/>
                  </a:lnTo>
                  <a:lnTo>
                    <a:pt x="1186230" y="42595"/>
                  </a:lnTo>
                  <a:lnTo>
                    <a:pt x="1186230" y="57213"/>
                  </a:lnTo>
                  <a:lnTo>
                    <a:pt x="1208544" y="57213"/>
                  </a:lnTo>
                  <a:lnTo>
                    <a:pt x="1208544" y="71145"/>
                  </a:lnTo>
                  <a:lnTo>
                    <a:pt x="1226604" y="71145"/>
                  </a:lnTo>
                  <a:lnTo>
                    <a:pt x="1226604" y="56972"/>
                  </a:lnTo>
                  <a:lnTo>
                    <a:pt x="1230807" y="56908"/>
                  </a:lnTo>
                  <a:lnTo>
                    <a:pt x="1236726" y="56603"/>
                  </a:lnTo>
                  <a:lnTo>
                    <a:pt x="1252004" y="55613"/>
                  </a:lnTo>
                  <a:lnTo>
                    <a:pt x="1258252" y="54965"/>
                  </a:lnTo>
                  <a:lnTo>
                    <a:pt x="1263103" y="54190"/>
                  </a:lnTo>
                  <a:lnTo>
                    <a:pt x="1263103" y="39687"/>
                  </a:lnTo>
                  <a:close/>
                </a:path>
                <a:path w="1287145" h="106045">
                  <a:moveTo>
                    <a:pt x="1284325" y="2425"/>
                  </a:moveTo>
                  <a:lnTo>
                    <a:pt x="1266380" y="2425"/>
                  </a:lnTo>
                  <a:lnTo>
                    <a:pt x="1266380" y="59423"/>
                  </a:lnTo>
                  <a:lnTo>
                    <a:pt x="1242491" y="59423"/>
                  </a:lnTo>
                  <a:lnTo>
                    <a:pt x="1242491" y="72885"/>
                  </a:lnTo>
                  <a:lnTo>
                    <a:pt x="1266380" y="72885"/>
                  </a:lnTo>
                  <a:lnTo>
                    <a:pt x="1266380" y="80302"/>
                  </a:lnTo>
                  <a:lnTo>
                    <a:pt x="1284325" y="80302"/>
                  </a:lnTo>
                  <a:lnTo>
                    <a:pt x="1284325" y="2425"/>
                  </a:lnTo>
                  <a:close/>
                </a:path>
                <a:path w="1287145" h="106045">
                  <a:moveTo>
                    <a:pt x="1286751" y="88315"/>
                  </a:moveTo>
                  <a:lnTo>
                    <a:pt x="1221270" y="88315"/>
                  </a:lnTo>
                  <a:lnTo>
                    <a:pt x="1221270" y="74155"/>
                  </a:lnTo>
                  <a:lnTo>
                    <a:pt x="1203210" y="74155"/>
                  </a:lnTo>
                  <a:lnTo>
                    <a:pt x="1203210" y="103289"/>
                  </a:lnTo>
                  <a:lnTo>
                    <a:pt x="1286751" y="103289"/>
                  </a:lnTo>
                  <a:lnTo>
                    <a:pt x="1286751" y="88315"/>
                  </a:lnTo>
                  <a:close/>
                </a:path>
              </a:pathLst>
            </a:custGeom>
            <a:solidFill>
              <a:srgbClr val="87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2" name="object 3"/>
          <p:cNvSpPr txBox="1">
            <a:spLocks noGrp="1"/>
          </p:cNvSpPr>
          <p:nvPr>
            <p:ph type="title"/>
          </p:nvPr>
        </p:nvSpPr>
        <p:spPr>
          <a:xfrm>
            <a:off x="722535" y="653564"/>
            <a:ext cx="9248331" cy="324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60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AI PROMPT</a:t>
            </a:r>
            <a:br>
              <a:rPr lang="en-US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sz="135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ENGINEERING</a:t>
            </a:r>
            <a:endParaRPr sz="135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347300" y="7043270"/>
            <a:ext cx="19514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20" dirty="0">
                <a:solidFill>
                  <a:srgbClr val="89898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 AI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bs\Desktop\강사_PPT\Desktop\03.DTP\강사 커리큘럼_디자인_0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33300" y="1621575"/>
            <a:ext cx="111784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b="1" spc="-25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사용 </a:t>
            </a: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소프트웨어</a:t>
            </a:r>
            <a:endParaRPr sz="12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3300" y="2009973"/>
            <a:ext cx="111784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사전 준비 항목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5299" y="2803764"/>
            <a:ext cx="2824234" cy="10989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목적에 맞는 실무 프롬프트 설계</a:t>
            </a:r>
            <a:endParaRPr lang="ko-KR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 결과의 정확성·출처 검증과 책임 있는 활용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에이전트·MCP/API 기반 업무 자동화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동작하는 프로그램·웹 결과물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포트폴리오·면접으로 성과 연결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3300" y="5033562"/>
            <a:ext cx="7308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수업 방식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95299" y="4972592"/>
            <a:ext cx="3293098" cy="819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핵심 설명 → 시연 → 개인 실습 → 결과물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이론 30% · 실습 70% 중심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기본/심화 과제와 실시간 코칭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개인 프로젝트 발표 및 상호 피드백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3300" y="6216466"/>
            <a:ext cx="1385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취업분야 및 전망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5299" y="6199073"/>
            <a:ext cx="267756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활용·자동화 역량은 마케팅·디자인·콘텐츠·사무·개발 등 다양한 직무에 적용할 수 있으며, 완성한 결과물은 포트폴리오와 면접 사례로 활용할 수 있습니다.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33300" y="2912153"/>
            <a:ext cx="1174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훈련 목표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95299" y="4134067"/>
            <a:ext cx="2950659" cy="451406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84150" indent="-171450" algn="l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총 36시간 · 8주(회당 4시간 30분)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84150" indent="-171450" algn="l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난이도: 기초+실무 → 중급(코딩 경험 불필요)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2" name="object 33"/>
          <p:cNvSpPr txBox="1"/>
          <p:nvPr/>
        </p:nvSpPr>
        <p:spPr>
          <a:xfrm>
            <a:off x="5333300" y="4216166"/>
            <a:ext cx="1174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학습 수준</a:t>
            </a:r>
            <a:endParaRPr lang="en-US" altLang="ko-KR" sz="12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47" name="object 28"/>
          <p:cNvSpPr txBox="1">
            <a:spLocks/>
          </p:cNvSpPr>
          <p:nvPr/>
        </p:nvSpPr>
        <p:spPr>
          <a:xfrm>
            <a:off x="4474669" y="408884"/>
            <a:ext cx="38594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Prompt Engineering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36H · 8-Week Lecture Plan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045E3B-7286-DF27-CBA3-2BA0A6594BAB}"/>
              </a:ext>
            </a:extLst>
          </p:cNvPr>
          <p:cNvSpPr/>
          <p:nvPr/>
        </p:nvSpPr>
        <p:spPr>
          <a:xfrm>
            <a:off x="5350037" y="4490737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55CE5E-9F34-F8C3-7CCE-804EA41F66A6}"/>
              </a:ext>
            </a:extLst>
          </p:cNvPr>
          <p:cNvSpPr/>
          <p:nvPr/>
        </p:nvSpPr>
        <p:spPr>
          <a:xfrm>
            <a:off x="5491569" y="4490737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429329" y="1571625"/>
            <a:ext cx="3698171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200" spc="-150" dirty="0">
                <a:solidFill>
                  <a:srgbClr val="E5007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Calibri"/>
              </a:rPr>
              <a:t>AI</a:t>
            </a:r>
            <a:endParaRPr sz="11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32" name="object 12"/>
          <p:cNvSpPr txBox="1"/>
          <p:nvPr/>
        </p:nvSpPr>
        <p:spPr>
          <a:xfrm>
            <a:off x="396298" y="2999239"/>
            <a:ext cx="4207884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0" spc="-150" dirty="0">
                <a:solidFill>
                  <a:srgbClr val="E5007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Calibri"/>
              </a:rPr>
              <a:t>PROMPT</a:t>
            </a:r>
            <a:endParaRPr sz="11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6995299" y="1621575"/>
            <a:ext cx="2999601" cy="198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519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ChatGPT · Gemini · Claude · Claude Code</a:t>
            </a:r>
            <a:endParaRPr lang="en-US" sz="900" b="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5" name="object 18"/>
          <p:cNvSpPr txBox="1"/>
          <p:nvPr/>
        </p:nvSpPr>
        <p:spPr>
          <a:xfrm>
            <a:off x="6995299" y="2035688"/>
            <a:ext cx="2824234" cy="4398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 algn="l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ko-KR" altLang="en-US" sz="900" b="0" spc="-3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1인 1PC · Windows/macOS · 크롬 브라우저</a:t>
            </a:r>
          </a:p>
          <a:p>
            <a:pPr marL="184150" indent="-171450" algn="l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실습용 AI 계정(플랜 별도 안내) · 프로그램 설치 권한</a:t>
            </a:r>
          </a:p>
        </p:txBody>
      </p:sp>
    </p:spTree>
    <p:extLst>
      <p:ext uri="{BB962C8B-B14F-4D97-AF65-F5344CB8AC3E}">
        <p14:creationId xmlns:p14="http://schemas.microsoft.com/office/powerpoint/2010/main" val="2697570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>
            <a:extLst>
              <a:ext uri="{FF2B5EF4-FFF2-40B4-BE49-F238E27FC236}">
                <a16:creationId xmlns:a16="http://schemas.microsoft.com/office/drawing/2014/main" id="{1A2986A6-9B6A-4EC4-9ED0-028AADF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067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E4F8915-E188-4510-9A9C-8E0DB1CADCD7}"/>
              </a:ext>
            </a:extLst>
          </p:cNvPr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6DF04A-2CFB-478C-A0E7-9654829B2672}"/>
              </a:ext>
            </a:extLst>
          </p:cNvPr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8102E3-AB38-4AF4-94F9-077FD458F004}"/>
              </a:ext>
            </a:extLst>
          </p:cNvPr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86ED85-5541-4551-A5A8-6BE5B389E8B4}"/>
              </a:ext>
            </a:extLst>
          </p:cNvPr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F10D15-8DC7-412F-92ED-02981668160D}"/>
              </a:ext>
            </a:extLst>
          </p:cNvPr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245D2D9-5FA2-45C6-A099-815A1F130C8C}"/>
              </a:ext>
            </a:extLst>
          </p:cNvPr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215CA01-B36B-4626-8FC4-F01E5FCE82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0A18164-2EA3-4AF6-B785-8902309F5A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01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743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업무 설계와 프롬프트 기본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비교·선택 기준 및 구조화 프롬프트 실습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02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리서치와 문서 업무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기업·직무 자료 수집, 요약·비교 및 브리프 제작</a:t>
            </a:r>
            <a:endParaRPr lang="en-US" altLang="ko-KR" sz="900" spc="-2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03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00517"/>
            <a:ext cx="1689896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멀티모달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콘텐츠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텍스트·이미지·데이터 기반 직무 콘텐츠 제작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04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3" y="2850227"/>
            <a:ext cx="1817787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Agent와 Skills 설계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분해 및 재사용 작업 흐름 구축</a:t>
            </a: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상황에 맞는 AI 선택</a:t>
            </a: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en-US" altLang="ko-KR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목적·맥락·조건·출력 형식 설계</a:t>
            </a:r>
          </a:p>
          <a:p>
            <a:pPr marL="206375" indent="-171450" algn="l"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출처·개인정보·사실성 검증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3301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직무별 콘텐츠 형식 선택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프롬프트 반복 개선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저작권·활용 범위 점검</a:t>
            </a: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신뢰도 높은 자료 탐색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환각·누락·출처 교차 검증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목적에 맞는 문서 재구성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AI와 Agent의 차이 이해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단계별 작업 절차 설계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개인 Agent 프로토타입 제작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Prompt Engineering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819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25" name="object 28"/>
          <p:cNvSpPr txBox="1">
            <a:spLocks/>
          </p:cNvSpPr>
          <p:nvPr/>
        </p:nvSpPr>
        <p:spPr>
          <a:xfrm>
            <a:off x="2020688" y="508207"/>
            <a:ext cx="53072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Prompt Engineering 1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Example Image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grpSp>
        <p:nvGrpSpPr>
          <p:cNvPr id="28" name="object 11">
            <a:extLst>
              <a:ext uri="{FF2B5EF4-FFF2-40B4-BE49-F238E27FC236}">
                <a16:creationId xmlns:a16="http://schemas.microsoft.com/office/drawing/2014/main" id="{24CA8A29-BA8A-BA66-318D-AE3BD80E97DD}"/>
              </a:ext>
            </a:extLst>
          </p:cNvPr>
          <p:cNvGrpSpPr/>
          <p:nvPr/>
        </p:nvGrpSpPr>
        <p:grpSpPr>
          <a:xfrm>
            <a:off x="0" y="0"/>
            <a:ext cx="2222910" cy="7560493"/>
            <a:chOff x="0" y="0"/>
            <a:chExt cx="2222910" cy="7560493"/>
          </a:xfrm>
          <a:solidFill>
            <a:srgbClr val="E5007F"/>
          </a:solidFill>
        </p:grpSpPr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95283AF7-73CC-00E3-FBED-3093BB3277D3}"/>
                </a:ext>
              </a:extLst>
            </p:cNvPr>
            <p:cNvSpPr/>
            <p:nvPr/>
          </p:nvSpPr>
          <p:spPr>
            <a:xfrm>
              <a:off x="0" y="1676501"/>
              <a:ext cx="360045" cy="5883910"/>
            </a:xfrm>
            <a:custGeom>
              <a:avLst/>
              <a:gdLst/>
              <a:ahLst/>
              <a:cxnLst/>
              <a:rect l="l" t="t" r="r" b="b"/>
              <a:pathLst>
                <a:path w="360045" h="5883909">
                  <a:moveTo>
                    <a:pt x="359994" y="0"/>
                  </a:moveTo>
                  <a:lnTo>
                    <a:pt x="0" y="367804"/>
                  </a:lnTo>
                  <a:lnTo>
                    <a:pt x="0" y="5883503"/>
                  </a:lnTo>
                  <a:lnTo>
                    <a:pt x="1778" y="5883503"/>
                  </a:lnTo>
                  <a:lnTo>
                    <a:pt x="359994" y="5525198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3">
              <a:extLst>
                <a:ext uri="{FF2B5EF4-FFF2-40B4-BE49-F238E27FC236}">
                  <a16:creationId xmlns:a16="http://schemas.microsoft.com/office/drawing/2014/main" id="{7CC51D1A-087A-FE06-2AA4-AC677A9991DA}"/>
                </a:ext>
              </a:extLst>
            </p:cNvPr>
            <p:cNvSpPr/>
            <p:nvPr/>
          </p:nvSpPr>
          <p:spPr>
            <a:xfrm>
              <a:off x="0" y="612539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0" y="1434612"/>
                  </a:moveTo>
                  <a:lnTo>
                    <a:pt x="1434612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28C33689-C0AF-FA0B-D663-A6BA476F67FC}"/>
                </a:ext>
              </a:extLst>
            </p:cNvPr>
            <p:cNvSpPr/>
            <p:nvPr/>
          </p:nvSpPr>
          <p:spPr>
            <a:xfrm>
              <a:off x="0" y="907442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0" y="1129061"/>
                  </a:moveTo>
                  <a:lnTo>
                    <a:pt x="1129061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0F1224CF-4F2B-DC2B-C680-F806F2E7126E}"/>
                </a:ext>
              </a:extLst>
            </p:cNvPr>
            <p:cNvSpPr/>
            <p:nvPr/>
          </p:nvSpPr>
          <p:spPr>
            <a:xfrm>
              <a:off x="1021490" y="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0" y="1200965"/>
                  </a:moveTo>
                  <a:lnTo>
                    <a:pt x="1200965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16">
              <a:extLst>
                <a:ext uri="{FF2B5EF4-FFF2-40B4-BE49-F238E27FC236}">
                  <a16:creationId xmlns:a16="http://schemas.microsoft.com/office/drawing/2014/main" id="{63D597D9-EB75-109A-06D8-6FB235784118}"/>
                </a:ext>
              </a:extLst>
            </p:cNvPr>
            <p:cNvSpPr/>
            <p:nvPr/>
          </p:nvSpPr>
          <p:spPr>
            <a:xfrm>
              <a:off x="0" y="12"/>
              <a:ext cx="360045" cy="1943735"/>
            </a:xfrm>
            <a:custGeom>
              <a:avLst/>
              <a:gdLst/>
              <a:ahLst/>
              <a:cxnLst/>
              <a:rect l="l" t="t" r="r" b="b"/>
              <a:pathLst>
                <a:path w="360045" h="1943735">
                  <a:moveTo>
                    <a:pt x="359994" y="0"/>
                  </a:moveTo>
                  <a:lnTo>
                    <a:pt x="0" y="0"/>
                  </a:lnTo>
                  <a:lnTo>
                    <a:pt x="0" y="409206"/>
                  </a:lnTo>
                  <a:lnTo>
                    <a:pt x="0" y="1163142"/>
                  </a:lnTo>
                  <a:lnTo>
                    <a:pt x="0" y="1943328"/>
                  </a:lnTo>
                  <a:lnTo>
                    <a:pt x="359994" y="1583245"/>
                  </a:lnTo>
                  <a:lnTo>
                    <a:pt x="359994" y="922477"/>
                  </a:lnTo>
                  <a:lnTo>
                    <a:pt x="359994" y="41402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7329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>
            <a:extLst>
              <a:ext uri="{FF2B5EF4-FFF2-40B4-BE49-F238E27FC236}">
                <a16:creationId xmlns:a16="http://schemas.microsoft.com/office/drawing/2014/main" id="{1A2986A6-9B6A-4EC4-9ED0-028AADFE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46" y="-15875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E4F8915-E188-4510-9A9C-8E0DB1CADCD7}"/>
              </a:ext>
            </a:extLst>
          </p:cNvPr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6DF04A-2CFB-478C-A0E7-9654829B2672}"/>
              </a:ext>
            </a:extLst>
          </p:cNvPr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8102E3-AB38-4AF4-94F9-077FD458F004}"/>
              </a:ext>
            </a:extLst>
          </p:cNvPr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86ED85-5541-4551-A5A8-6BE5B389E8B4}"/>
              </a:ext>
            </a:extLst>
          </p:cNvPr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4F10D15-8DC7-412F-92ED-02981668160D}"/>
              </a:ext>
            </a:extLst>
          </p:cNvPr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245D2D9-5FA2-45C6-A099-815A1F130C8C}"/>
              </a:ext>
            </a:extLst>
          </p:cNvPr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E215CA01-B36B-4626-8FC4-F01E5FCE823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0A18164-2EA3-4AF6-B785-8902309F5A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0" name="object 28">
            <a:extLst>
              <a:ext uri="{FF2B5EF4-FFF2-40B4-BE49-F238E27FC236}">
                <a16:creationId xmlns:a16="http://schemas.microsoft.com/office/drawing/2014/main" id="{A897436C-CAA4-4AD4-A3A2-BC62CB525CB1}"/>
              </a:ext>
            </a:extLst>
          </p:cNvPr>
          <p:cNvSpPr txBox="1">
            <a:spLocks/>
          </p:cNvSpPr>
          <p:nvPr/>
        </p:nvSpPr>
        <p:spPr>
          <a:xfrm>
            <a:off x="2023982" y="1636153"/>
            <a:ext cx="7524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>
                <a:solidFill>
                  <a:srgbClr val="E5007F"/>
                </a:solidFill>
                <a:latin typeface="Agency FB"/>
                <a:cs typeface="Agency FB"/>
              </a:rPr>
              <a:t>05</a:t>
            </a:r>
            <a:r>
              <a:rPr lang="en-US" sz="2700" b="1" spc="-15" baseline="1543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1" name="object 29">
            <a:extLst>
              <a:ext uri="{FF2B5EF4-FFF2-40B4-BE49-F238E27FC236}">
                <a16:creationId xmlns:a16="http://schemas.microsoft.com/office/drawing/2014/main" id="{290533C2-A964-449B-AE0F-4BDB45BE9F3E}"/>
              </a:ext>
            </a:extLst>
          </p:cNvPr>
          <p:cNvSpPr txBox="1"/>
          <p:nvPr/>
        </p:nvSpPr>
        <p:spPr>
          <a:xfrm>
            <a:off x="2023982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2" name="object 30">
            <a:extLst>
              <a:ext uri="{FF2B5EF4-FFF2-40B4-BE49-F238E27FC236}">
                <a16:creationId xmlns:a16="http://schemas.microsoft.com/office/drawing/2014/main" id="{F7C4E564-6AEC-4EC9-B15D-C12E5761A953}"/>
              </a:ext>
            </a:extLst>
          </p:cNvPr>
          <p:cNvSpPr txBox="1"/>
          <p:nvPr/>
        </p:nvSpPr>
        <p:spPr>
          <a:xfrm>
            <a:off x="2023982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13" name="object 29">
            <a:extLst>
              <a:ext uri="{FF2B5EF4-FFF2-40B4-BE49-F238E27FC236}">
                <a16:creationId xmlns:a16="http://schemas.microsoft.com/office/drawing/2014/main" id="{D5D57DA2-F3B1-4DC3-A836-2B2CB0F3D7AE}"/>
              </a:ext>
            </a:extLst>
          </p:cNvPr>
          <p:cNvSpPr txBox="1"/>
          <p:nvPr/>
        </p:nvSpPr>
        <p:spPr>
          <a:xfrm>
            <a:off x="1998547" y="2850227"/>
            <a:ext cx="1671754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MCP·API 기반 업무 자동화</a:t>
            </a:r>
          </a:p>
          <a:p>
            <a:pPr marL="206375" marR="28956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2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외부 도구·데이터 연결 및 수집·정리·저장 자동화</a:t>
            </a: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E118A82D-4C38-4DC3-AFD8-92B1AF9EFCAF}"/>
              </a:ext>
            </a:extLst>
          </p:cNvPr>
          <p:cNvSpPr txBox="1">
            <a:spLocks/>
          </p:cNvSpPr>
          <p:nvPr/>
        </p:nvSpPr>
        <p:spPr>
          <a:xfrm>
            <a:off x="3919911" y="1636153"/>
            <a:ext cx="893389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06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5" name="object 29">
            <a:extLst>
              <a:ext uri="{FF2B5EF4-FFF2-40B4-BE49-F238E27FC236}">
                <a16:creationId xmlns:a16="http://schemas.microsoft.com/office/drawing/2014/main" id="{7EFB22D2-531E-4C44-B2F5-02CFEC63F7B5}"/>
              </a:ext>
            </a:extLst>
          </p:cNvPr>
          <p:cNvSpPr txBox="1"/>
          <p:nvPr/>
        </p:nvSpPr>
        <p:spPr>
          <a:xfrm>
            <a:off x="3919911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4109F8CA-1EEC-4808-B54D-D455B5864444}"/>
              </a:ext>
            </a:extLst>
          </p:cNvPr>
          <p:cNvSpPr txBox="1"/>
          <p:nvPr/>
        </p:nvSpPr>
        <p:spPr>
          <a:xfrm>
            <a:off x="3894476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개인 프로젝트 기획·구현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문제·사용자·입출력·성공 기준 정의 후 MVP 제작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17" name="object 28">
            <a:extLst>
              <a:ext uri="{FF2B5EF4-FFF2-40B4-BE49-F238E27FC236}">
                <a16:creationId xmlns:a16="http://schemas.microsoft.com/office/drawing/2014/main" id="{F583C674-4031-44C3-8ADF-4A558A03DF6A}"/>
              </a:ext>
            </a:extLst>
          </p:cNvPr>
          <p:cNvSpPr txBox="1">
            <a:spLocks/>
          </p:cNvSpPr>
          <p:nvPr/>
        </p:nvSpPr>
        <p:spPr>
          <a:xfrm>
            <a:off x="5815840" y="1636153"/>
            <a:ext cx="90246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07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18" name="object 29">
            <a:extLst>
              <a:ext uri="{FF2B5EF4-FFF2-40B4-BE49-F238E27FC236}">
                <a16:creationId xmlns:a16="http://schemas.microsoft.com/office/drawing/2014/main" id="{77D74C7E-4D57-4FA3-AD22-06EF74D7CA0B}"/>
              </a:ext>
            </a:extLst>
          </p:cNvPr>
          <p:cNvSpPr txBox="1"/>
          <p:nvPr/>
        </p:nvSpPr>
        <p:spPr>
          <a:xfrm>
            <a:off x="5815840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19" name="object 29">
            <a:extLst>
              <a:ext uri="{FF2B5EF4-FFF2-40B4-BE49-F238E27FC236}">
                <a16:creationId xmlns:a16="http://schemas.microsoft.com/office/drawing/2014/main" id="{61FD0E30-0FEB-4CD1-98B4-DD63A29F6922}"/>
              </a:ext>
            </a:extLst>
          </p:cNvPr>
          <p:cNvSpPr txBox="1"/>
          <p:nvPr/>
        </p:nvSpPr>
        <p:spPr>
          <a:xfrm>
            <a:off x="5790405" y="2850227"/>
            <a:ext cx="1565762" cy="582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프로젝트 완성·배포·개선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테스트·피드백 반영 후 결과물 완성 및 배포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AA22E838-5A16-4489-9922-CEEE12696623}"/>
              </a:ext>
            </a:extLst>
          </p:cNvPr>
          <p:cNvSpPr txBox="1">
            <a:spLocks/>
          </p:cNvSpPr>
          <p:nvPr/>
        </p:nvSpPr>
        <p:spPr>
          <a:xfrm>
            <a:off x="7711769" y="1636153"/>
            <a:ext cx="101677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800" b="1" spc="-10" dirty="0">
                <a:solidFill>
                  <a:srgbClr val="E5007F"/>
                </a:solidFill>
                <a:latin typeface="Agency FB"/>
                <a:cs typeface="Agency FB"/>
              </a:rPr>
              <a:t>08</a:t>
            </a:r>
            <a:r>
              <a:rPr lang="en-US" sz="2700" b="1" spc="-15" baseline="1543" dirty="0">
                <a:solidFill>
                  <a:srgbClr val="FFA3D5"/>
                </a:solidFill>
                <a:latin typeface="Agency FB"/>
                <a:cs typeface="Agency FB"/>
              </a:rPr>
              <a:t>wk</a:t>
            </a:r>
            <a:endParaRPr lang="en-US" sz="27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B1EE3B08-46E8-459A-95F5-DDC13979843A}"/>
              </a:ext>
            </a:extLst>
          </p:cNvPr>
          <p:cNvSpPr txBox="1"/>
          <p:nvPr/>
        </p:nvSpPr>
        <p:spPr>
          <a:xfrm>
            <a:off x="7711769" y="2523171"/>
            <a:ext cx="11156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E5007F"/>
                </a:solidFill>
                <a:latin typeface="Agency FB"/>
                <a:cs typeface="Agency FB"/>
              </a:rPr>
              <a:t>Main contents</a:t>
            </a:r>
          </a:p>
        </p:txBody>
      </p:sp>
      <p:sp>
        <p:nvSpPr>
          <p:cNvPr id="22" name="object 29">
            <a:extLst>
              <a:ext uri="{FF2B5EF4-FFF2-40B4-BE49-F238E27FC236}">
                <a16:creationId xmlns:a16="http://schemas.microsoft.com/office/drawing/2014/main" id="{24111ED0-AE61-4F0B-B970-0689E75D9658}"/>
              </a:ext>
            </a:extLst>
          </p:cNvPr>
          <p:cNvSpPr txBox="1"/>
          <p:nvPr/>
        </p:nvSpPr>
        <p:spPr>
          <a:xfrm>
            <a:off x="7686334" y="2850227"/>
            <a:ext cx="1579294" cy="543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포트폴리오와 취업 연결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indent="-171450" algn="l">
              <a:lnSpc>
                <a:spcPct val="100000"/>
              </a:lnSpc>
              <a:spcBef>
                <a:spcPts val="940"/>
              </a:spcBef>
              <a:buFont typeface="Arial" panose="020B0604020202020204" pitchFamily="34" charset="0"/>
              <a:buChar char="•"/>
            </a:pPr>
            <a:r>
              <a:rPr lang="ko-KR" altLang="en-US" sz="900" spc="-1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프로젝트 문서화·시연 및 면접 질문 실습</a:t>
            </a:r>
            <a:endParaRPr lang="en-US" altLang="ko-KR" sz="900" spc="-1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AA6D480-0492-407E-8739-ADD04A2CD3E4}"/>
              </a:ext>
            </a:extLst>
          </p:cNvPr>
          <p:cNvSpPr txBox="1"/>
          <p:nvPr/>
        </p:nvSpPr>
        <p:spPr>
          <a:xfrm>
            <a:off x="2020688" y="4715622"/>
            <a:ext cx="1543693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외부 도구 연결 구조 이해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반복 업무 자동화 1개 구현</a:t>
            </a: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결과 검증과 오류 대응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B954108-A4E1-4490-829E-191F9606F9C4}"/>
              </a:ext>
            </a:extLst>
          </p:cNvPr>
          <p:cNvSpPr txBox="1"/>
          <p:nvPr/>
        </p:nvSpPr>
        <p:spPr>
          <a:xfrm>
            <a:off x="392320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5" name="object 30">
            <a:extLst>
              <a:ext uri="{FF2B5EF4-FFF2-40B4-BE49-F238E27FC236}">
                <a16:creationId xmlns:a16="http://schemas.microsoft.com/office/drawing/2014/main" id="{9AB484B8-3E00-4E98-B9E0-425209614F4C}"/>
              </a:ext>
            </a:extLst>
          </p:cNvPr>
          <p:cNvSpPr txBox="1"/>
          <p:nvPr/>
        </p:nvSpPr>
        <p:spPr>
          <a:xfrm>
            <a:off x="5813745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6" name="object 30">
            <a:extLst>
              <a:ext uri="{FF2B5EF4-FFF2-40B4-BE49-F238E27FC236}">
                <a16:creationId xmlns:a16="http://schemas.microsoft.com/office/drawing/2014/main" id="{BCC40343-6BB2-4AA6-AE0E-839D00F957FB}"/>
              </a:ext>
            </a:extLst>
          </p:cNvPr>
          <p:cNvSpPr txBox="1"/>
          <p:nvPr/>
        </p:nvSpPr>
        <p:spPr>
          <a:xfrm>
            <a:off x="5828355" y="4715622"/>
            <a:ext cx="1575745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실제 작동하는 결과물 완성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오류 분석과 기능 개선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99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공개 URL 또는 시연 데모 제출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39BC9AD4-7C4A-45C5-BBDE-93E03EF9F990}"/>
              </a:ext>
            </a:extLst>
          </p:cNvPr>
          <p:cNvSpPr txBox="1"/>
          <p:nvPr/>
        </p:nvSpPr>
        <p:spPr>
          <a:xfrm>
            <a:off x="3914557" y="4715622"/>
            <a:ext cx="1545717" cy="14908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프로젝트 범위와 기능 설계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작동 가능한 프로토타입 구현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작업 과정과 개선 이력 기록</a:t>
            </a:r>
          </a:p>
        </p:txBody>
      </p:sp>
      <p:sp>
        <p:nvSpPr>
          <p:cNvPr id="28" name="object 30">
            <a:extLst>
              <a:ext uri="{FF2B5EF4-FFF2-40B4-BE49-F238E27FC236}">
                <a16:creationId xmlns:a16="http://schemas.microsoft.com/office/drawing/2014/main" id="{E579966B-6E4B-44C9-B19F-E1C5703A8946}"/>
              </a:ext>
            </a:extLst>
          </p:cNvPr>
          <p:cNvSpPr txBox="1"/>
          <p:nvPr/>
        </p:nvSpPr>
        <p:spPr>
          <a:xfrm>
            <a:off x="7711769" y="4327587"/>
            <a:ext cx="139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E5007F"/>
                </a:solidFill>
                <a:latin typeface="Agency FB"/>
                <a:cs typeface="Agency FB"/>
              </a:rPr>
              <a:t>Learning</a:t>
            </a:r>
            <a:r>
              <a:rPr sz="1200" b="1" spc="-10" dirty="0">
                <a:solidFill>
                  <a:srgbClr val="E5007F"/>
                </a:solidFill>
                <a:latin typeface="Agency FB"/>
                <a:cs typeface="Agency FB"/>
              </a:rPr>
              <a:t> objectives</a:t>
            </a:r>
            <a:endParaRPr sz="1200" dirty="0">
              <a:solidFill>
                <a:srgbClr val="E5007F"/>
              </a:solidFill>
              <a:latin typeface="Agency FB"/>
              <a:cs typeface="Agency FB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DD791843-E8AE-422C-BE30-9AF59A6F9E11}"/>
              </a:ext>
            </a:extLst>
          </p:cNvPr>
          <p:cNvSpPr txBox="1"/>
          <p:nvPr/>
        </p:nvSpPr>
        <p:spPr>
          <a:xfrm>
            <a:off x="7711769" y="4715622"/>
            <a:ext cx="1540290" cy="90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ko-KR" altLang="en-US" sz="900" spc="-35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문제·과정·성과 표현</a:t>
            </a:r>
            <a:endParaRPr lang="en-US" altLang="ko-KR" sz="900" spc="-35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 역할과 본인 기여 구분</a:t>
            </a:r>
          </a:p>
          <a:p>
            <a:pPr marL="206375" marR="5080" indent="-171450" algn="l">
              <a:lnSpc>
                <a:spcPct val="115700"/>
              </a:lnSpc>
              <a:spcBef>
                <a:spcPts val="770"/>
              </a:spcBef>
              <a:buFont typeface="Arial" panose="020B0604020202020204" pitchFamily="34" charset="0"/>
              <a:buChar char="•"/>
            </a:pPr>
            <a:r>
              <a:rPr lang="en-US" altLang="ko-KR" sz="900" spc="-35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발표와 면접 대응 완성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10FC8F-C01C-4F4A-B3E0-E3FAB2088EA3}"/>
              </a:ext>
            </a:extLst>
          </p:cNvPr>
          <p:cNvSpPr txBox="1">
            <a:spLocks/>
          </p:cNvSpPr>
          <p:nvPr/>
        </p:nvSpPr>
        <p:spPr>
          <a:xfrm>
            <a:off x="2020688" y="508207"/>
            <a:ext cx="48500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Prompt Engineering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Plan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3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5487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25" name="object 28"/>
          <p:cNvSpPr txBox="1">
            <a:spLocks/>
          </p:cNvSpPr>
          <p:nvPr/>
        </p:nvSpPr>
        <p:spPr>
          <a:xfrm>
            <a:off x="2020688" y="508207"/>
            <a:ext cx="45452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Prompt Engineering 2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Weekly Example Image</a:t>
            </a:r>
            <a:endParaRPr lang="en-US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grpSp>
        <p:nvGrpSpPr>
          <p:cNvPr id="28" name="object 11">
            <a:extLst>
              <a:ext uri="{FF2B5EF4-FFF2-40B4-BE49-F238E27FC236}">
                <a16:creationId xmlns:a16="http://schemas.microsoft.com/office/drawing/2014/main" id="{24CA8A29-BA8A-BA66-318D-AE3BD80E97DD}"/>
              </a:ext>
            </a:extLst>
          </p:cNvPr>
          <p:cNvGrpSpPr/>
          <p:nvPr/>
        </p:nvGrpSpPr>
        <p:grpSpPr>
          <a:xfrm>
            <a:off x="0" y="0"/>
            <a:ext cx="2222910" cy="7560493"/>
            <a:chOff x="0" y="0"/>
            <a:chExt cx="2222910" cy="7560493"/>
          </a:xfrm>
          <a:solidFill>
            <a:srgbClr val="E5007F"/>
          </a:solidFill>
        </p:grpSpPr>
        <p:sp>
          <p:nvSpPr>
            <p:cNvPr id="29" name="object 12">
              <a:extLst>
                <a:ext uri="{FF2B5EF4-FFF2-40B4-BE49-F238E27FC236}">
                  <a16:creationId xmlns:a16="http://schemas.microsoft.com/office/drawing/2014/main" id="{95283AF7-73CC-00E3-FBED-3093BB3277D3}"/>
                </a:ext>
              </a:extLst>
            </p:cNvPr>
            <p:cNvSpPr/>
            <p:nvPr/>
          </p:nvSpPr>
          <p:spPr>
            <a:xfrm>
              <a:off x="0" y="1676501"/>
              <a:ext cx="360045" cy="5883910"/>
            </a:xfrm>
            <a:custGeom>
              <a:avLst/>
              <a:gdLst/>
              <a:ahLst/>
              <a:cxnLst/>
              <a:rect l="l" t="t" r="r" b="b"/>
              <a:pathLst>
                <a:path w="360045" h="5883909">
                  <a:moveTo>
                    <a:pt x="359994" y="0"/>
                  </a:moveTo>
                  <a:lnTo>
                    <a:pt x="0" y="367804"/>
                  </a:lnTo>
                  <a:lnTo>
                    <a:pt x="0" y="5883503"/>
                  </a:lnTo>
                  <a:lnTo>
                    <a:pt x="1778" y="5883503"/>
                  </a:lnTo>
                  <a:lnTo>
                    <a:pt x="359994" y="5525198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3">
              <a:extLst>
                <a:ext uri="{FF2B5EF4-FFF2-40B4-BE49-F238E27FC236}">
                  <a16:creationId xmlns:a16="http://schemas.microsoft.com/office/drawing/2014/main" id="{7CC51D1A-087A-FE06-2AA4-AC677A9991DA}"/>
                </a:ext>
              </a:extLst>
            </p:cNvPr>
            <p:cNvSpPr/>
            <p:nvPr/>
          </p:nvSpPr>
          <p:spPr>
            <a:xfrm>
              <a:off x="0" y="6125393"/>
              <a:ext cx="1435100" cy="1435100"/>
            </a:xfrm>
            <a:custGeom>
              <a:avLst/>
              <a:gdLst/>
              <a:ahLst/>
              <a:cxnLst/>
              <a:rect l="l" t="t" r="r" b="b"/>
              <a:pathLst>
                <a:path w="1435100" h="1435100">
                  <a:moveTo>
                    <a:pt x="0" y="1434612"/>
                  </a:moveTo>
                  <a:lnTo>
                    <a:pt x="1434612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4">
              <a:extLst>
                <a:ext uri="{FF2B5EF4-FFF2-40B4-BE49-F238E27FC236}">
                  <a16:creationId xmlns:a16="http://schemas.microsoft.com/office/drawing/2014/main" id="{28C33689-C0AF-FA0B-D663-A6BA476F67FC}"/>
                </a:ext>
              </a:extLst>
            </p:cNvPr>
            <p:cNvSpPr/>
            <p:nvPr/>
          </p:nvSpPr>
          <p:spPr>
            <a:xfrm>
              <a:off x="0" y="907442"/>
              <a:ext cx="1129665" cy="1129665"/>
            </a:xfrm>
            <a:custGeom>
              <a:avLst/>
              <a:gdLst/>
              <a:ahLst/>
              <a:cxnLst/>
              <a:rect l="l" t="t" r="r" b="b"/>
              <a:pathLst>
                <a:path w="1129665" h="1129664">
                  <a:moveTo>
                    <a:pt x="0" y="1129061"/>
                  </a:moveTo>
                  <a:lnTo>
                    <a:pt x="1129061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0F1224CF-4F2B-DC2B-C680-F806F2E7126E}"/>
                </a:ext>
              </a:extLst>
            </p:cNvPr>
            <p:cNvSpPr/>
            <p:nvPr/>
          </p:nvSpPr>
          <p:spPr>
            <a:xfrm>
              <a:off x="1021490" y="0"/>
              <a:ext cx="1201420" cy="1201420"/>
            </a:xfrm>
            <a:custGeom>
              <a:avLst/>
              <a:gdLst/>
              <a:ahLst/>
              <a:cxnLst/>
              <a:rect l="l" t="t" r="r" b="b"/>
              <a:pathLst>
                <a:path w="1201420" h="1201420">
                  <a:moveTo>
                    <a:pt x="0" y="1200965"/>
                  </a:moveTo>
                  <a:lnTo>
                    <a:pt x="1200965" y="0"/>
                  </a:lnTo>
                </a:path>
              </a:pathLst>
            </a:custGeom>
            <a:grpFill/>
            <a:ln w="12700">
              <a:solidFill>
                <a:srgbClr val="E5007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3" name="object 16">
              <a:extLst>
                <a:ext uri="{FF2B5EF4-FFF2-40B4-BE49-F238E27FC236}">
                  <a16:creationId xmlns:a16="http://schemas.microsoft.com/office/drawing/2014/main" id="{63D597D9-EB75-109A-06D8-6FB235784118}"/>
                </a:ext>
              </a:extLst>
            </p:cNvPr>
            <p:cNvSpPr/>
            <p:nvPr/>
          </p:nvSpPr>
          <p:spPr>
            <a:xfrm>
              <a:off x="0" y="12"/>
              <a:ext cx="360045" cy="1943735"/>
            </a:xfrm>
            <a:custGeom>
              <a:avLst/>
              <a:gdLst/>
              <a:ahLst/>
              <a:cxnLst/>
              <a:rect l="l" t="t" r="r" b="b"/>
              <a:pathLst>
                <a:path w="360045" h="1943735">
                  <a:moveTo>
                    <a:pt x="359994" y="0"/>
                  </a:moveTo>
                  <a:lnTo>
                    <a:pt x="0" y="0"/>
                  </a:lnTo>
                  <a:lnTo>
                    <a:pt x="0" y="409206"/>
                  </a:lnTo>
                  <a:lnTo>
                    <a:pt x="0" y="1163142"/>
                  </a:lnTo>
                  <a:lnTo>
                    <a:pt x="0" y="1943328"/>
                  </a:lnTo>
                  <a:lnTo>
                    <a:pt x="359994" y="1583245"/>
                  </a:lnTo>
                  <a:lnTo>
                    <a:pt x="359994" y="922477"/>
                  </a:lnTo>
                  <a:lnTo>
                    <a:pt x="359994" y="41402"/>
                  </a:lnTo>
                  <a:lnTo>
                    <a:pt x="35999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0328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사용자 지정</PresentationFormat>
  <Paragraphs>105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Noto Sans KR</vt:lpstr>
      <vt:lpstr>맑은 고딕</vt:lpstr>
      <vt:lpstr>스웨거 TTF</vt:lpstr>
      <vt:lpstr>Agency FB</vt:lpstr>
      <vt:lpstr>Arial</vt:lpstr>
      <vt:lpstr>Calibri</vt:lpstr>
      <vt:lpstr>Office 테마</vt:lpstr>
      <vt:lpstr>AI PROMPT ENGINEERING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ENGINEERING</dc:title>
  <cp:lastModifiedBy>SBS</cp:lastModifiedBy>
  <cp:revision>1</cp:revision>
  <dcterms:modified xsi:type="dcterms:W3CDTF">2026-08-26T07:43:35Z</dcterms:modified>
</cp:coreProperties>
</file>