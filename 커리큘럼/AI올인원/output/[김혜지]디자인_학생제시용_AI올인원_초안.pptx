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6" r:id="rId2"/>
    <p:sldId id="287" r:id="rId3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566" y="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55119" y="7039173"/>
            <a:ext cx="224348" cy="1005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2021" y="6992183"/>
            <a:ext cx="196524" cy="1985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70937" y="438070"/>
            <a:ext cx="6951525" cy="323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8">
            <a:extLst>
              <a:ext uri="{FF2B5EF4-FFF2-40B4-BE49-F238E27FC236}">
                <a16:creationId xmlns:a16="http://schemas.microsoft.com/office/drawing/2014/main" id="{A897436C-CAA4-4AD4-A3A2-BC62CB525CB1}"/>
              </a:ext>
            </a:extLst>
          </p:cNvPr>
          <p:cNvSpPr txBox="1">
            <a:spLocks/>
          </p:cNvSpPr>
          <p:nvPr/>
        </p:nvSpPr>
        <p:spPr>
          <a:xfrm>
            <a:off x="2023982" y="1636153"/>
            <a:ext cx="7524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>
                <a:solidFill>
                  <a:srgbClr val="E5007F"/>
                </a:solidFill>
                <a:latin typeface="Agency FB"/>
                <a:cs typeface="Agency FB"/>
              </a:rPr>
              <a:t>01</a:t>
            </a:r>
            <a:r>
              <a:rPr lang="en-US" sz="2700" b="1" spc="-15" baseline="1543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1" name="object 29">
            <a:extLst>
              <a:ext uri="{FF2B5EF4-FFF2-40B4-BE49-F238E27FC236}">
                <a16:creationId xmlns:a16="http://schemas.microsoft.com/office/drawing/2014/main" id="{290533C2-A964-449B-AE0F-4BDB45BE9F3E}"/>
              </a:ext>
            </a:extLst>
          </p:cNvPr>
          <p:cNvSpPr txBox="1"/>
          <p:nvPr/>
        </p:nvSpPr>
        <p:spPr>
          <a:xfrm>
            <a:off x="2023982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F7C4E564-6AEC-4EC9-B15D-C12E5761A953}"/>
              </a:ext>
            </a:extLst>
          </p:cNvPr>
          <p:cNvSpPr txBox="1"/>
          <p:nvPr/>
        </p:nvSpPr>
        <p:spPr>
          <a:xfrm>
            <a:off x="2023982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D5D57DA2-F3B1-4DC3-A836-2B2CB0F3D7AE}"/>
              </a:ext>
            </a:extLst>
          </p:cNvPr>
          <p:cNvSpPr txBox="1"/>
          <p:nvPr/>
        </p:nvSpPr>
        <p:spPr>
          <a:xfrm>
            <a:off x="1998547" y="2850227"/>
            <a:ext cx="1671754" cy="743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Claude와 프롬프트 첫걸음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원리와 나만의 브랜딩 기획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4" name="object 28">
            <a:extLst>
              <a:ext uri="{FF2B5EF4-FFF2-40B4-BE49-F238E27FC236}">
                <a16:creationId xmlns:a16="http://schemas.microsoft.com/office/drawing/2014/main" id="{E118A82D-4C38-4DC3-AFD8-92B1AF9EFCAF}"/>
              </a:ext>
            </a:extLst>
          </p:cNvPr>
          <p:cNvSpPr txBox="1">
            <a:spLocks/>
          </p:cNvSpPr>
          <p:nvPr/>
        </p:nvSpPr>
        <p:spPr>
          <a:xfrm>
            <a:off x="3919911" y="1636153"/>
            <a:ext cx="89338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02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7EFB22D2-531E-4C44-B2F5-02CFEC63F7B5}"/>
              </a:ext>
            </a:extLst>
          </p:cNvPr>
          <p:cNvSpPr txBox="1"/>
          <p:nvPr/>
        </p:nvSpPr>
        <p:spPr>
          <a:xfrm>
            <a:off x="3919911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4109F8CA-1EEC-4808-B54D-D455B5864444}"/>
              </a:ext>
            </a:extLst>
          </p:cNvPr>
          <p:cNvSpPr txBox="1"/>
          <p:nvPr/>
        </p:nvSpPr>
        <p:spPr>
          <a:xfrm>
            <a:off x="3894476" y="2850227"/>
            <a:ext cx="1565762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AI로 취업 시장 조사하기</a:t>
            </a: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직무 분석부터 제안서까지 한 번에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7" name="object 28">
            <a:extLst>
              <a:ext uri="{FF2B5EF4-FFF2-40B4-BE49-F238E27FC236}">
                <a16:creationId xmlns:a16="http://schemas.microsoft.com/office/drawing/2014/main" id="{F583C674-4031-44C3-8ADF-4A558A03DF6A}"/>
              </a:ext>
            </a:extLst>
          </p:cNvPr>
          <p:cNvSpPr txBox="1">
            <a:spLocks/>
          </p:cNvSpPr>
          <p:nvPr/>
        </p:nvSpPr>
        <p:spPr>
          <a:xfrm>
            <a:off x="5815840" y="1636153"/>
            <a:ext cx="90246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03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77D74C7E-4D57-4FA3-AD22-06EF74D7CA0B}"/>
              </a:ext>
            </a:extLst>
          </p:cNvPr>
          <p:cNvSpPr txBox="1"/>
          <p:nvPr/>
        </p:nvSpPr>
        <p:spPr>
          <a:xfrm>
            <a:off x="5815840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9" name="object 29">
            <a:extLst>
              <a:ext uri="{FF2B5EF4-FFF2-40B4-BE49-F238E27FC236}">
                <a16:creationId xmlns:a16="http://schemas.microsoft.com/office/drawing/2014/main" id="{61FD0E30-0FEB-4CD1-98B4-DD63A29F6922}"/>
              </a:ext>
            </a:extLst>
          </p:cNvPr>
          <p:cNvSpPr txBox="1"/>
          <p:nvPr/>
        </p:nvSpPr>
        <p:spPr>
          <a:xfrm>
            <a:off x="5790405" y="2800517"/>
            <a:ext cx="1689896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 Code와 AI 작업 파일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/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내 업무를 기억하는 AI 환경 만들기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0" name="object 28">
            <a:extLst>
              <a:ext uri="{FF2B5EF4-FFF2-40B4-BE49-F238E27FC236}">
                <a16:creationId xmlns:a16="http://schemas.microsoft.com/office/drawing/2014/main" id="{AA22E838-5A16-4489-9922-CEEE12696623}"/>
              </a:ext>
            </a:extLst>
          </p:cNvPr>
          <p:cNvSpPr txBox="1">
            <a:spLocks/>
          </p:cNvSpPr>
          <p:nvPr/>
        </p:nvSpPr>
        <p:spPr>
          <a:xfrm>
            <a:off x="7711769" y="1636153"/>
            <a:ext cx="101677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04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B1EE3B08-46E8-459A-95F5-DDC13979843A}"/>
              </a:ext>
            </a:extLst>
          </p:cNvPr>
          <p:cNvSpPr txBox="1"/>
          <p:nvPr/>
        </p:nvSpPr>
        <p:spPr>
          <a:xfrm>
            <a:off x="7711769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24111ED0-AE61-4F0B-B970-0689E75D9658}"/>
              </a:ext>
            </a:extLst>
          </p:cNvPr>
          <p:cNvSpPr txBox="1"/>
          <p:nvPr/>
        </p:nvSpPr>
        <p:spPr>
          <a:xfrm>
            <a:off x="7686333" y="2850227"/>
            <a:ext cx="1817787" cy="543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반복 업무 자동화 첫걸음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Agent와 Hooks로 작업 흐름 만들기</a:t>
            </a: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4AA6D480-0492-407E-8739-ADD04A2CD3E4}"/>
              </a:ext>
            </a:extLst>
          </p:cNvPr>
          <p:cNvSpPr txBox="1"/>
          <p:nvPr/>
        </p:nvSpPr>
        <p:spPr>
          <a:xfrm>
            <a:off x="2020688" y="4715622"/>
            <a:ext cx="1543693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 Web·Desktop 기본 활용</a:t>
            </a:r>
          </a:p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LLM 원리와 후카츠 프롬프트 적용</a:t>
            </a:r>
          </a:p>
          <a:p>
            <a:pPr marL="206375" indent="-171450" algn="l"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취업용 퍼스널 브랜딩 초안 제작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7B954108-A4E1-4490-829E-191F9606F9C4}"/>
              </a:ext>
            </a:extLst>
          </p:cNvPr>
          <p:cNvSpPr txBox="1"/>
          <p:nvPr/>
        </p:nvSpPr>
        <p:spPr>
          <a:xfrm>
            <a:off x="392320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9AB484B8-3E00-4E98-B9E0-425209614F4C}"/>
              </a:ext>
            </a:extLst>
          </p:cNvPr>
          <p:cNvSpPr txBox="1"/>
          <p:nvPr/>
        </p:nvSpPr>
        <p:spPr>
          <a:xfrm>
            <a:off x="581374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BCC40343-6BB2-4AA6-AE0E-839D00F957FB}"/>
              </a:ext>
            </a:extLst>
          </p:cNvPr>
          <p:cNvSpPr txBox="1"/>
          <p:nvPr/>
        </p:nvSpPr>
        <p:spPr>
          <a:xfrm>
            <a:off x="5828355" y="4715622"/>
            <a:ext cx="1575745" cy="13301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 Code CLI 기본 활용</a:t>
            </a: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CLAUDE.md·SKILL.md 작성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재사용 가능한 Agent 파일 구축</a:t>
            </a:r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39BC9AD4-7C4A-45C5-BBDE-93E03EF9F990}"/>
              </a:ext>
            </a:extLst>
          </p:cNvPr>
          <p:cNvSpPr txBox="1"/>
          <p:nvPr/>
        </p:nvSpPr>
        <p:spPr>
          <a:xfrm>
            <a:off x="3914557" y="4715622"/>
            <a:ext cx="1545717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Claude Cowork 활용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직무·채용 정보 조사 및 비교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브랜딩 보고서·제안서 제작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E579966B-6E4B-44C9-B19F-E1C5703A8946}"/>
              </a:ext>
            </a:extLst>
          </p:cNvPr>
          <p:cNvSpPr txBox="1"/>
          <p:nvPr/>
        </p:nvSpPr>
        <p:spPr>
          <a:xfrm>
            <a:off x="7711769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DD791843-E8AE-422C-BE30-9AF59A6F9E11}"/>
              </a:ext>
            </a:extLst>
          </p:cNvPr>
          <p:cNvSpPr txBox="1"/>
          <p:nvPr/>
        </p:nvSpPr>
        <p:spPr>
          <a:xfrm>
            <a:off x="7711769" y="4715622"/>
            <a:ext cx="1540290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Agent 역할과 작업 단계 정의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Hooks·settings.json 설정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업무 자동화 템플릿 완성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9F10FC8F-C01C-4F4A-B3E0-E3FAB2088EA3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ALL-IN-ONE 1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Plan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</p:spTree>
    <p:extLst>
      <p:ext uri="{BB962C8B-B14F-4D97-AF65-F5344CB8AC3E}">
        <p14:creationId xmlns:p14="http://schemas.microsoft.com/office/powerpoint/2010/main" val="2748199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8">
            <a:extLst>
              <a:ext uri="{FF2B5EF4-FFF2-40B4-BE49-F238E27FC236}">
                <a16:creationId xmlns:a16="http://schemas.microsoft.com/office/drawing/2014/main" id="{A897436C-CAA4-4AD4-A3A2-BC62CB525CB1}"/>
              </a:ext>
            </a:extLst>
          </p:cNvPr>
          <p:cNvSpPr txBox="1">
            <a:spLocks/>
          </p:cNvSpPr>
          <p:nvPr/>
        </p:nvSpPr>
        <p:spPr>
          <a:xfrm>
            <a:off x="2023982" y="1636153"/>
            <a:ext cx="7524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>
                <a:solidFill>
                  <a:srgbClr val="E5007F"/>
                </a:solidFill>
                <a:latin typeface="Agency FB"/>
                <a:cs typeface="Agency FB"/>
              </a:rPr>
              <a:t>05</a:t>
            </a:r>
            <a:r>
              <a:rPr lang="en-US" sz="2700" b="1" spc="-15" baseline="1543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1" name="object 29">
            <a:extLst>
              <a:ext uri="{FF2B5EF4-FFF2-40B4-BE49-F238E27FC236}">
                <a16:creationId xmlns:a16="http://schemas.microsoft.com/office/drawing/2014/main" id="{290533C2-A964-449B-AE0F-4BDB45BE9F3E}"/>
              </a:ext>
            </a:extLst>
          </p:cNvPr>
          <p:cNvSpPr txBox="1"/>
          <p:nvPr/>
        </p:nvSpPr>
        <p:spPr>
          <a:xfrm>
            <a:off x="2023982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F7C4E564-6AEC-4EC9-B15D-C12E5761A953}"/>
              </a:ext>
            </a:extLst>
          </p:cNvPr>
          <p:cNvSpPr txBox="1"/>
          <p:nvPr/>
        </p:nvSpPr>
        <p:spPr>
          <a:xfrm>
            <a:off x="2023982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D5D57DA2-F3B1-4DC3-A836-2B2CB0F3D7AE}"/>
              </a:ext>
            </a:extLst>
          </p:cNvPr>
          <p:cNvSpPr txBox="1"/>
          <p:nvPr/>
        </p:nvSpPr>
        <p:spPr>
          <a:xfrm>
            <a:off x="1998547" y="2850227"/>
            <a:ext cx="1671754" cy="90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AI와 외부 서비스 연결하기</a:t>
            </a:r>
          </a:p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MCP·API로 취업 정보 블로그 만들기</a:t>
            </a:r>
          </a:p>
        </p:txBody>
      </p:sp>
      <p:sp>
        <p:nvSpPr>
          <p:cNvPr id="14" name="object 28">
            <a:extLst>
              <a:ext uri="{FF2B5EF4-FFF2-40B4-BE49-F238E27FC236}">
                <a16:creationId xmlns:a16="http://schemas.microsoft.com/office/drawing/2014/main" id="{E118A82D-4C38-4DC3-AFD8-92B1AF9EFCAF}"/>
              </a:ext>
            </a:extLst>
          </p:cNvPr>
          <p:cNvSpPr txBox="1">
            <a:spLocks/>
          </p:cNvSpPr>
          <p:nvPr/>
        </p:nvSpPr>
        <p:spPr>
          <a:xfrm>
            <a:off x="3919911" y="1636153"/>
            <a:ext cx="89338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06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7EFB22D2-531E-4C44-B2F5-02CFEC63F7B5}"/>
              </a:ext>
            </a:extLst>
          </p:cNvPr>
          <p:cNvSpPr txBox="1"/>
          <p:nvPr/>
        </p:nvSpPr>
        <p:spPr>
          <a:xfrm>
            <a:off x="3919911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4109F8CA-1EEC-4808-B54D-D455B5864444}"/>
              </a:ext>
            </a:extLst>
          </p:cNvPr>
          <p:cNvSpPr txBox="1"/>
          <p:nvPr/>
        </p:nvSpPr>
        <p:spPr>
          <a:xfrm>
            <a:off x="3894476" y="2850227"/>
            <a:ext cx="1565762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포트폴리오 웹사이트 공개하기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GitHub 저장부터 Netlify 배포까지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7" name="object 28">
            <a:extLst>
              <a:ext uri="{FF2B5EF4-FFF2-40B4-BE49-F238E27FC236}">
                <a16:creationId xmlns:a16="http://schemas.microsoft.com/office/drawing/2014/main" id="{F583C674-4031-44C3-8ADF-4A558A03DF6A}"/>
              </a:ext>
            </a:extLst>
          </p:cNvPr>
          <p:cNvSpPr txBox="1">
            <a:spLocks/>
          </p:cNvSpPr>
          <p:nvPr/>
        </p:nvSpPr>
        <p:spPr>
          <a:xfrm>
            <a:off x="5815840" y="1636153"/>
            <a:ext cx="90246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07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77D74C7E-4D57-4FA3-AD22-06EF74D7CA0B}"/>
              </a:ext>
            </a:extLst>
          </p:cNvPr>
          <p:cNvSpPr txBox="1"/>
          <p:nvPr/>
        </p:nvSpPr>
        <p:spPr>
          <a:xfrm>
            <a:off x="5815840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9" name="object 29">
            <a:extLst>
              <a:ext uri="{FF2B5EF4-FFF2-40B4-BE49-F238E27FC236}">
                <a16:creationId xmlns:a16="http://schemas.microsoft.com/office/drawing/2014/main" id="{61FD0E30-0FEB-4CD1-98B4-DD63A29F6922}"/>
              </a:ext>
            </a:extLst>
          </p:cNvPr>
          <p:cNvSpPr txBox="1"/>
          <p:nvPr/>
        </p:nvSpPr>
        <p:spPr>
          <a:xfrm>
            <a:off x="5790405" y="2850227"/>
            <a:ext cx="1565762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이미지와 웹 디자인 제작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Flow로 포트폴리오 시각 자료 완성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0" name="object 28">
            <a:extLst>
              <a:ext uri="{FF2B5EF4-FFF2-40B4-BE49-F238E27FC236}">
                <a16:creationId xmlns:a16="http://schemas.microsoft.com/office/drawing/2014/main" id="{AA22E838-5A16-4489-9922-CEEE12696623}"/>
              </a:ext>
            </a:extLst>
          </p:cNvPr>
          <p:cNvSpPr txBox="1">
            <a:spLocks/>
          </p:cNvSpPr>
          <p:nvPr/>
        </p:nvSpPr>
        <p:spPr>
          <a:xfrm>
            <a:off x="7711769" y="1636153"/>
            <a:ext cx="101677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08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B1EE3B08-46E8-459A-95F5-DDC13979843A}"/>
              </a:ext>
            </a:extLst>
          </p:cNvPr>
          <p:cNvSpPr txBox="1"/>
          <p:nvPr/>
        </p:nvSpPr>
        <p:spPr>
          <a:xfrm>
            <a:off x="7711769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24111ED0-AE61-4F0B-B970-0689E75D9658}"/>
              </a:ext>
            </a:extLst>
          </p:cNvPr>
          <p:cNvSpPr txBox="1"/>
          <p:nvPr/>
        </p:nvSpPr>
        <p:spPr>
          <a:xfrm>
            <a:off x="7686334" y="2850227"/>
            <a:ext cx="1579294" cy="543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취업 포트폴리오 완성 자동화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조사·기획·디자인·배포 흐름 연결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4AA6D480-0492-407E-8739-ADD04A2CD3E4}"/>
              </a:ext>
            </a:extLst>
          </p:cNvPr>
          <p:cNvSpPr txBox="1"/>
          <p:nvPr/>
        </p:nvSpPr>
        <p:spPr>
          <a:xfrm>
            <a:off x="2020688" y="4715622"/>
            <a:ext cx="1543693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브라우저·Notion MCP 연결</a:t>
            </a: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티스토리·Notion API 활용</a:t>
            </a: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취업 정보 블로그 링크 제작</a:t>
            </a:r>
            <a:endParaRPr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7B954108-A4E1-4490-829E-191F9606F9C4}"/>
              </a:ext>
            </a:extLst>
          </p:cNvPr>
          <p:cNvSpPr txBox="1"/>
          <p:nvPr/>
        </p:nvSpPr>
        <p:spPr>
          <a:xfrm>
            <a:off x="392320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9AB484B8-3E00-4E98-B9E0-425209614F4C}"/>
              </a:ext>
            </a:extLst>
          </p:cNvPr>
          <p:cNvSpPr txBox="1"/>
          <p:nvPr/>
        </p:nvSpPr>
        <p:spPr>
          <a:xfrm>
            <a:off x="581374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BCC40343-6BB2-4AA6-AE0E-839D00F957FB}"/>
              </a:ext>
            </a:extLst>
          </p:cNvPr>
          <p:cNvSpPr txBox="1"/>
          <p:nvPr/>
        </p:nvSpPr>
        <p:spPr>
          <a:xfrm>
            <a:off x="5828355" y="4715622"/>
            <a:ext cx="1575745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Flow 이미지 생성·수정 실습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프롬프트로 디자인 방향 조정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웹용 포트폴리오 이미지 제작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39BC9AD4-7C4A-45C5-BBDE-93E03EF9F990}"/>
              </a:ext>
            </a:extLst>
          </p:cNvPr>
          <p:cNvSpPr txBox="1"/>
          <p:nvPr/>
        </p:nvSpPr>
        <p:spPr>
          <a:xfrm>
            <a:off x="3914557" y="4715622"/>
            <a:ext cx="1545717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GitHub 버전 관리 흐름 이해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Netlify 빌드·배포 실습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공개 포트폴리오 URL 완성</a:t>
            </a:r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E579966B-6E4B-44C9-B19F-E1C5703A8946}"/>
              </a:ext>
            </a:extLst>
          </p:cNvPr>
          <p:cNvSpPr txBox="1"/>
          <p:nvPr/>
        </p:nvSpPr>
        <p:spPr>
          <a:xfrm>
            <a:off x="7711769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DD791843-E8AE-422C-BE30-9AF59A6F9E11}"/>
              </a:ext>
            </a:extLst>
          </p:cNvPr>
          <p:cNvSpPr txBox="1"/>
          <p:nvPr/>
        </p:nvSpPr>
        <p:spPr>
          <a:xfrm>
            <a:off x="7711769" y="4715622"/>
            <a:ext cx="1540290" cy="90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리서치·기획·설계 과정 통합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Agent로 수정·보완·배포 자동화</a:t>
            </a: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취업용 포트폴리오 완성본 제출</a:t>
            </a: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9F10FC8F-C01C-4F4A-B3E0-E3FAB2088EA3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ALL-IN-ONE 2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Plan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4" name="object 9"/>
          <p:cNvSpPr txBox="1"/>
          <p:nvPr/>
        </p:nvSpPr>
        <p:spPr>
          <a:xfrm>
            <a:off x="8647142" y="335418"/>
            <a:ext cx="1696720" cy="1320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ALL-IN-ONE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54874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사용자 지정</PresentationFormat>
  <Paragraphs>69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Noto Sans KR</vt:lpstr>
      <vt:lpstr>맑은 고딕</vt:lpstr>
      <vt:lpstr>Agency FB</vt:lpstr>
      <vt:lpstr>Arial</vt:lpstr>
      <vt:lpstr>Calibri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AI취업올인원 1~2 학생제시용 커리큘럼</dc:title>
  <cp:lastModifiedBy>SBS</cp:lastModifiedBy>
  <cp:revision>2</cp:revision>
  <dcterms:modified xsi:type="dcterms:W3CDTF">2026-08-26T07:44:17Z</dcterms:modified>
  <dc:subject>AI 프롬프팅, AI 에이전트 자동화, 취업용 포트폴리오 제작</dc:subject>
  <dc:creator>김혜지</dc:creator>
  <cp:keywords>AI취업올인원, 프롬프트, AI에이전트, 포트폴리오</cp:keywords>
</cp:coreProperties>
</file>