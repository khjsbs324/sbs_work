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88" r:id="rId3"/>
    <p:sldId id="287" r:id="rId4"/>
    <p:sldId id="289" r:id="rId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50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743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Claude와 프롬프트 첫걸음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원리와 나만의 브랜딩 기획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AI로 취업 시장 조사하기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 분석부터 제안서까지 한 번에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00517"/>
            <a:ext cx="1689896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Code와 AI 작업 파일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내 업무를 기억하는 AI 환경 만들기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50227"/>
            <a:ext cx="1817787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자동화 첫걸음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Agent와 Hooks로 작업 흐름 만들기</a:t>
            </a: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Web·Desktop 기본 활용</a:t>
            </a: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LLM 원리와 후카츠 프롬프트 적용</a:t>
            </a:r>
          </a:p>
          <a:p>
            <a:pPr marL="206375" indent="-171450" algn="l"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퍼스널 브랜딩 초안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330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 CLI 기본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CLAUDE.md·SKILL.md 작성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재사용 가능한 Agent 파일 구축</a:t>
            </a: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Cowork 활용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직무·채용 정보 조사 및 비교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브랜딩 보고서·제안서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 역할과 작업 단계 정의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Hooks·settings.json 설정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업무 자동화 템플릿 완성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74819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74368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05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AI와 외부 서비스 연결하기</a:t>
            </a: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MCP·API로 취업 정보 블로그 만들기</a:t>
            </a: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06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 웹사이트 공개하기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저장부터 Netlify 배포까지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07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이미지와 웹 디자인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Flow로 포트폴리오 시각 자료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08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4" y="2850227"/>
            <a:ext cx="1579294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포트폴리오 완성 자동화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조사·기획·디자인·배포 흐름 연결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브라우저·Notion MCP 연결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티스토리·Notion API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정보 블로그 링크 제작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 이미지 생성·수정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프롬프트로 디자인 방향 조정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웹용 포트폴리오 이미지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버전 관리 흐름 이해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Netlify 빌드·배포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공개 포트폴리오 URL 완성</a:t>
            </a: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리서치·기획·설계 과정 통합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Agent로 수정·보완·배포 자동화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포트폴리오 완성본 제출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5487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327113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사용자 지정</PresentationFormat>
  <Paragraphs>73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KR</vt:lpstr>
      <vt:lpstr>맑은 고딕</vt:lpstr>
      <vt:lpstr>Agency FB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AI취업올인원 1~2 학생제시용 커리큘럼</dc:title>
  <dc:subject>AI 프롬프팅, AI 에이전트 자동화, 취업용 포트폴리오 제작</dc:subject>
  <dc:creator>김혜지</dc:creator>
  <cp:keywords>AI취업올인원, 프롬프트, AI에이전트, 포트폴리오</cp:keywords>
  <cp:lastModifiedBy>SBS</cp:lastModifiedBy>
  <cp:revision>3</cp:revision>
  <dcterms:modified xsi:type="dcterms:W3CDTF">2026-09-07T08:01:11Z</dcterms:modified>
</cp:coreProperties>
</file>