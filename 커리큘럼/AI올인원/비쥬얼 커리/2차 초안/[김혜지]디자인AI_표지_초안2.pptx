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1464" y="22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BFFC5B-B5D6-4500-8A8E-977A523B24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03C8A3-11D0-4460-83AF-F44D6D3D60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40FFE-50FD-4CBC-89E9-D199BCBF1FB8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F9D1168-C4F7-4FDE-839F-757BE8631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AE61AAB-7748-40E8-BEFE-66A16AAA0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A3F369-4EF6-4115-AD29-2AFC9A589E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89496E-27D5-4D7F-B17C-09429D3B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E2B2B-65C4-473D-8034-28D1636033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bs\Desktop\강사_PPT\Desktop\03.DTP\강사 커리큘럼_디자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 txBox="1"/>
          <p:nvPr/>
        </p:nvSpPr>
        <p:spPr>
          <a:xfrm>
            <a:off x="1524000" y="4191000"/>
            <a:ext cx="7645400" cy="342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508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AI취업올인원</a:t>
            </a:r>
            <a:r>
              <a:rPr sz="1900" b="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1900" b="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과정</a:t>
            </a:r>
            <a:r>
              <a:rPr sz="1900" b="0" dirty="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1900" b="0" dirty="0" err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커리큘럼</a:t>
            </a:r>
            <a:endParaRPr lang="en-US" altLang="ko-KR" sz="14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1999" y="396000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7997" y="0"/>
                </a:lnTo>
              </a:path>
            </a:pathLst>
          </a:custGeom>
          <a:ln w="508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 txBox="1">
            <a:spLocks noGrp="1"/>
          </p:cNvSpPr>
          <p:nvPr>
            <p:ph type="title"/>
          </p:nvPr>
        </p:nvSpPr>
        <p:spPr>
          <a:xfrm>
            <a:off x="622300" y="-62003"/>
            <a:ext cx="9423400" cy="206952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0" dirty="0">
                <a:solidFill>
                  <a:srgbClr val="FFFFF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</a:t>
            </a:r>
            <a:r>
              <a:rPr lang="fr-FR" sz="16000" dirty="0">
                <a:solidFill>
                  <a:srgbClr val="FFFFF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I</a:t>
            </a:r>
            <a:endParaRPr sz="160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419100" y="7002075"/>
            <a:ext cx="304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F644C3-F8DB-42DF-B207-75D0804C7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17998"/>
            <a:ext cx="1760260" cy="199977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A2572626-36A2-4BE3-A451-9ECAEBC84A09}"/>
              </a:ext>
            </a:extLst>
          </p:cNvPr>
          <p:cNvSpPr txBox="1">
            <a:spLocks/>
          </p:cNvSpPr>
          <p:nvPr/>
        </p:nvSpPr>
        <p:spPr>
          <a:xfrm>
            <a:off x="635000" y="1595593"/>
            <a:ext cx="9423400" cy="183003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>
              <a:lnSpc>
                <a:spcPct val="105000"/>
              </a:lnSpc>
            </a:pPr>
            <a:r>
              <a:rPr lang="fr-FR" altLang="ko-KR" sz="16000" dirty="0">
                <a:solidFill>
                  <a:srgbClr val="FFFFF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ALL-IN-ONE</a:t>
            </a:r>
            <a:endParaRPr lang="fr-FR" sz="160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C:\Users\sbs\Desktop\강사_PPT\Desktop\03.DTP\강사 커리큘럼_디자인_023.jpg">
            <a:extLst>
              <a:ext uri="{FF2B5EF4-FFF2-40B4-BE49-F238E27FC236}">
                <a16:creationId xmlns:a16="http://schemas.microsoft.com/office/drawing/2014/main" id="{6F035230-1089-42D5-BCC4-81EC23375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ect 15"/>
          <p:cNvSpPr txBox="1"/>
          <p:nvPr/>
        </p:nvSpPr>
        <p:spPr>
          <a:xfrm>
            <a:off x="4902200" y="16637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사용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소프트웨어</a:t>
            </a:r>
            <a:endParaRPr sz="9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02200" y="23241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사전 준비 항목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8600" y="3213100"/>
            <a:ext cx="3721100" cy="965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프롬프트 엔지니어링 기반 LLM 응답 최적화</a:t>
            </a:r>
            <a:endParaRPr lang="ko-KR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컨텍스트·하네스 엔지니어링으로 AI 에이전트 구축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MCP·API 연동 기반 리서치·업무 워크플로 자동화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생성형 AI 시각화 및 웹 포트폴리오 배포 역량 함양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902200" y="50292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수업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방식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8600" y="5029200"/>
            <a:ext cx="3721100" cy="965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강사 시연·가이드 실습 기반 단계별 스캐폴딩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직무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시나리오 기반 프로젝트 학습(PBL)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프롬프트·에이전트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실행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결과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리뷰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및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코칭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루브릭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기반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포트폴리오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크리틱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200" y="61214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취업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활용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분야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8600" y="6121400"/>
            <a:ext cx="3721100" cy="7112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디자인·마케팅·콘텐츠·웹 관련 직무의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자료 조사, 기획, 시각 자료 제작에 활용하며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취업 지원용 포트폴리오로 역량을 제시합니다.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902200" y="32131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훈련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목표</a:t>
            </a:r>
            <a:endParaRPr sz="9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78600" y="4292600"/>
            <a:ext cx="3721100" cy="533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대상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: 10대~30대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취업준비생·비전공자</a:t>
            </a:r>
            <a:endParaRPr lang="en-US" altLang="ko-KR" sz="90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수준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: AI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입문부터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실무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활용까지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단계별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학습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</p:txBody>
      </p:sp>
      <p:sp>
        <p:nvSpPr>
          <p:cNvPr id="42" name="object 33"/>
          <p:cNvSpPr txBox="1"/>
          <p:nvPr/>
        </p:nvSpPr>
        <p:spPr>
          <a:xfrm>
            <a:off x="4902200" y="4292600"/>
            <a:ext cx="1524000" cy="279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학습</a:t>
            </a:r>
            <a:r>
              <a:rPr sz="900" b="1" dirty="0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1" dirty="0" err="1">
                <a:solidFill>
                  <a:srgbClr val="EC008C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대상·수준</a:t>
            </a:r>
            <a:endParaRPr lang="en-US" altLang="ko-KR" sz="9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47" name="object 28"/>
          <p:cNvSpPr txBox="1">
            <a:spLocks/>
          </p:cNvSpPr>
          <p:nvPr/>
        </p:nvSpPr>
        <p:spPr>
          <a:xfrm>
            <a:off x="4457700" y="444500"/>
            <a:ext cx="5715000" cy="533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dirty="0">
                <a:solidFill>
                  <a:srgbClr val="EC008C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AI ALL-IN-ONE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045E3B-7286-DF27-CBA3-2BA0A6594BAB}"/>
              </a:ext>
            </a:extLst>
          </p:cNvPr>
          <p:cNvSpPr/>
          <p:nvPr/>
        </p:nvSpPr>
        <p:spPr>
          <a:xfrm>
            <a:off x="4914900" y="4622800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55CE5E-9F34-F8C3-7CCE-804EA41F66A6}"/>
              </a:ext>
            </a:extLst>
          </p:cNvPr>
          <p:cNvSpPr/>
          <p:nvPr/>
        </p:nvSpPr>
        <p:spPr>
          <a:xfrm>
            <a:off x="5054600" y="4622800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bject 9"/>
          <p:cNvSpPr txBox="1"/>
          <p:nvPr/>
        </p:nvSpPr>
        <p:spPr>
          <a:xfrm>
            <a:off x="8648700" y="342900"/>
            <a:ext cx="1676400" cy="165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dirty="0">
                <a:solidFill>
                  <a:srgbClr val="88888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rial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444500" y="1187450"/>
            <a:ext cx="3683000" cy="15621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dirty="0">
                <a:solidFill>
                  <a:srgbClr val="EC008C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AI</a:t>
            </a:r>
            <a:endParaRPr sz="15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32" name="object 12"/>
          <p:cNvSpPr txBox="1"/>
          <p:nvPr/>
        </p:nvSpPr>
        <p:spPr>
          <a:xfrm>
            <a:off x="444500" y="3398837"/>
            <a:ext cx="4610100" cy="7620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dirty="0">
                <a:solidFill>
                  <a:srgbClr val="EC008C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Arial"/>
              </a:rPr>
              <a:t>ALL-IN-ONE</a:t>
            </a:r>
            <a:endParaRPr sz="6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6578600" y="1663700"/>
            <a:ext cx="3721100" cy="4699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marR="508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Claude: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Web·Desktop·Cowork·Code</a:t>
            </a:r>
            <a:endParaRPr lang="en-US" sz="900" b="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Google AI Flow</a:t>
            </a:r>
          </a:p>
        </p:txBody>
      </p:sp>
      <p:sp>
        <p:nvSpPr>
          <p:cNvPr id="35" name="object 18"/>
          <p:cNvSpPr txBox="1"/>
          <p:nvPr/>
        </p:nvSpPr>
        <p:spPr>
          <a:xfrm>
            <a:off x="6578600" y="2324100"/>
            <a:ext cx="3721100" cy="6604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Windows사용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PC</a:t>
            </a: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Google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계정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및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유료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sz="900" b="0" dirty="0" err="1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구독</a:t>
            </a:r>
            <a:r>
              <a:rPr 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</a:t>
            </a:r>
            <a:r>
              <a:rPr lang="ko-KR" alt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해외 </a:t>
            </a:r>
            <a:r>
              <a:rPr lang="ko-KR" altLang="en-US" sz="90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결제 가능 </a:t>
            </a:r>
            <a:r>
              <a:rPr lang="ko-KR" alt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카드</a:t>
            </a:r>
            <a:r>
              <a:rPr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 준</a:t>
            </a:r>
            <a:r>
              <a:rPr lang="ko-KR" altLang="en-US" sz="900" b="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비</a:t>
            </a:r>
            <a:endParaRPr lang="en-US" altLang="ko-KR"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  <a:p>
            <a:pPr marL="0" indent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*Google </a:t>
            </a:r>
            <a:r>
              <a:rPr lang="ko-KR" altLang="en-US" sz="900" dirty="0">
                <a:solidFill>
                  <a:srgbClr val="666666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맑은 고딕"/>
              </a:rPr>
              <a:t>로그인 가능 여부 반드시 확인</a:t>
            </a:r>
            <a:endParaRPr sz="900" b="0" dirty="0">
              <a:solidFill>
                <a:srgbClr val="666666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맑은 고딕"/>
            </a:endParaRPr>
          </a:p>
        </p:txBody>
      </p:sp>
      <p:sp>
        <p:nvSpPr>
          <p:cNvPr id="3075" name="TextBox 3074"/>
          <p:cNvSpPr txBox="1"/>
          <p:nvPr/>
        </p:nvSpPr>
        <p:spPr>
          <a:xfrm>
            <a:off x="4483100" y="1092200"/>
            <a:ext cx="56896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Lecture Plan</a:t>
            </a:r>
            <a:endParaRPr lang="en-US" altLang="ko-KR" sz="20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C096C37E-3BF7-4EED-BE9C-9E846FBAF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021" y="7056098"/>
            <a:ext cx="1760260" cy="19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7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168</Words>
  <Application>Microsoft Office PowerPoint</Application>
  <PresentationFormat>사용자 지정</PresentationFormat>
  <Paragraphs>33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Noto Sans KR</vt:lpstr>
      <vt:lpstr>맑은 고딕</vt:lpstr>
      <vt:lpstr>스웨거 TTF</vt:lpstr>
      <vt:lpstr>Agency FB</vt:lpstr>
      <vt:lpstr>Arial</vt:lpstr>
      <vt:lpstr>Calibri</vt:lpstr>
      <vt:lpstr>Office 테마</vt:lpstr>
      <vt:lpstr>AI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AI취업올인원 1·2 과정 커리큘럼</dc:title>
  <dc:subject>프롬프트, AI 업무 자동화, 취업 포트폴리오 제작</dc:subject>
  <dc:creator>SBS</dc:creator>
  <cp:keywords>AI올인원, Claude, Flow, 취업, 포트폴리오</cp:keywords>
  <cp:lastModifiedBy>SBS</cp:lastModifiedBy>
  <cp:revision>7</cp:revision>
  <dcterms:modified xsi:type="dcterms:W3CDTF">2026-09-07T08:34:49Z</dcterms:modified>
</cp:coreProperties>
</file>