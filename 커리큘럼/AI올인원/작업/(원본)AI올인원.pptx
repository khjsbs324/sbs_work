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84" r:id="rId3"/>
  </p:sldIdLst>
  <p:sldSz cx="10693400" cy="7562850"/>
  <p:notesSz cx="106934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9" d="100"/>
          <a:sy n="69" d="100"/>
        </p:scale>
        <p:origin x="1284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D5BFFC5B-B5D6-4500-8A8E-977A523B24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03C8A3-11D0-4460-83AF-F44D6D3D60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D40FFE-50FD-4CBC-89E9-D199BCBF1FB8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F9D1168-C4F7-4FDE-839F-757BE8631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BAE61AAB-7748-40E8-BEFE-66A16AAA0C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A3F369-4EF6-4115-AD29-2AFC9A589E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89496E-27D5-4D7F-B17C-09429D3B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2E2B2B-65C4-473D-8034-28D1636033B2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55119" y="7039173"/>
            <a:ext cx="224348" cy="10052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32021" y="6992183"/>
            <a:ext cx="196524" cy="19857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70937" y="438070"/>
            <a:ext cx="6951525" cy="323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sbs\Desktop\강사_PPT\Desktop\03.DTP\강사 커리큘럼_디자인_0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bject 4"/>
          <p:cNvSpPr txBox="1"/>
          <p:nvPr/>
        </p:nvSpPr>
        <p:spPr>
          <a:xfrm>
            <a:off x="3365500" y="4380740"/>
            <a:ext cx="3962400" cy="2447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5080" indent="-79375" algn="ctr">
              <a:lnSpc>
                <a:spcPct val="116700"/>
              </a:lnSpc>
              <a:spcBef>
                <a:spcPts val="100"/>
              </a:spcBef>
            </a:pPr>
            <a:r>
              <a:rPr lang="en-US" altLang="ko-KR" sz="14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"/>
              </a:rPr>
              <a:t>AI Prompt Engineering </a:t>
            </a:r>
            <a:r>
              <a:rPr lang="ko-KR" altLang="en-US" sz="14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"/>
              </a:rPr>
              <a:t>과정 커리큘럼</a:t>
            </a:r>
            <a:endParaRPr lang="en-US" altLang="ko-KR" sz="14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201999" y="3960004"/>
            <a:ext cx="288290" cy="0"/>
          </a:xfrm>
          <a:custGeom>
            <a:avLst/>
            <a:gdLst/>
            <a:ahLst/>
            <a:cxnLst/>
            <a:rect l="l" t="t" r="r" b="b"/>
            <a:pathLst>
              <a:path w="288289">
                <a:moveTo>
                  <a:pt x="0" y="0"/>
                </a:moveTo>
                <a:lnTo>
                  <a:pt x="287997" y="0"/>
                </a:lnTo>
              </a:path>
            </a:pathLst>
          </a:custGeom>
          <a:ln w="508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1756410" cy="198755"/>
            <a:chOff x="8532021" y="6992183"/>
            <a:chExt cx="1756410" cy="198755"/>
          </a:xfrm>
        </p:grpSpPr>
        <p:sp>
          <p:nvSpPr>
            <p:cNvPr id="8" name="object 8"/>
            <p:cNvSpPr/>
            <p:nvPr/>
          </p:nvSpPr>
          <p:spPr>
            <a:xfrm>
              <a:off x="9001049" y="7036498"/>
              <a:ext cx="1287145" cy="106045"/>
            </a:xfrm>
            <a:custGeom>
              <a:avLst/>
              <a:gdLst/>
              <a:ahLst/>
              <a:cxnLst/>
              <a:rect l="l" t="t" r="r" b="b"/>
              <a:pathLst>
                <a:path w="1287145" h="106045">
                  <a:moveTo>
                    <a:pt x="73875" y="38862"/>
                  </a:moveTo>
                  <a:lnTo>
                    <a:pt x="53682" y="7759"/>
                  </a:lnTo>
                  <a:lnTo>
                    <a:pt x="53682" y="44221"/>
                  </a:lnTo>
                  <a:lnTo>
                    <a:pt x="52158" y="48793"/>
                  </a:lnTo>
                  <a:lnTo>
                    <a:pt x="49098" y="52832"/>
                  </a:lnTo>
                  <a:lnTo>
                    <a:pt x="45986" y="56870"/>
                  </a:lnTo>
                  <a:lnTo>
                    <a:pt x="41986" y="58940"/>
                  </a:lnTo>
                  <a:lnTo>
                    <a:pt x="32245" y="58940"/>
                  </a:lnTo>
                  <a:lnTo>
                    <a:pt x="28257" y="56857"/>
                  </a:lnTo>
                  <a:lnTo>
                    <a:pt x="25184" y="52654"/>
                  </a:lnTo>
                  <a:lnTo>
                    <a:pt x="22110" y="48552"/>
                  </a:lnTo>
                  <a:lnTo>
                    <a:pt x="20675" y="44221"/>
                  </a:lnTo>
                  <a:lnTo>
                    <a:pt x="20574" y="33820"/>
                  </a:lnTo>
                  <a:lnTo>
                    <a:pt x="22174" y="29260"/>
                  </a:lnTo>
                  <a:lnTo>
                    <a:pt x="25463" y="25146"/>
                  </a:lnTo>
                  <a:lnTo>
                    <a:pt x="28714" y="21132"/>
                  </a:lnTo>
                  <a:lnTo>
                    <a:pt x="32626" y="19088"/>
                  </a:lnTo>
                  <a:lnTo>
                    <a:pt x="42138" y="19088"/>
                  </a:lnTo>
                  <a:lnTo>
                    <a:pt x="46139" y="21170"/>
                  </a:lnTo>
                  <a:lnTo>
                    <a:pt x="49225" y="25438"/>
                  </a:lnTo>
                  <a:lnTo>
                    <a:pt x="52209" y="29451"/>
                  </a:lnTo>
                  <a:lnTo>
                    <a:pt x="53619" y="33820"/>
                  </a:lnTo>
                  <a:lnTo>
                    <a:pt x="53682" y="44221"/>
                  </a:lnTo>
                  <a:lnTo>
                    <a:pt x="53682" y="7759"/>
                  </a:lnTo>
                  <a:lnTo>
                    <a:pt x="50901" y="6324"/>
                  </a:lnTo>
                  <a:lnTo>
                    <a:pt x="44107" y="4406"/>
                  </a:lnTo>
                  <a:lnTo>
                    <a:pt x="36753" y="3759"/>
                  </a:lnTo>
                  <a:lnTo>
                    <a:pt x="29464" y="4406"/>
                  </a:lnTo>
                  <a:lnTo>
                    <a:pt x="673" y="31889"/>
                  </a:lnTo>
                  <a:lnTo>
                    <a:pt x="0" y="38862"/>
                  </a:lnTo>
                  <a:lnTo>
                    <a:pt x="685" y="45872"/>
                  </a:lnTo>
                  <a:lnTo>
                    <a:pt x="29629" y="73355"/>
                  </a:lnTo>
                  <a:lnTo>
                    <a:pt x="36944" y="73990"/>
                  </a:lnTo>
                  <a:lnTo>
                    <a:pt x="44234" y="73355"/>
                  </a:lnTo>
                  <a:lnTo>
                    <a:pt x="73190" y="45872"/>
                  </a:lnTo>
                  <a:lnTo>
                    <a:pt x="73875" y="38862"/>
                  </a:lnTo>
                  <a:close/>
                </a:path>
                <a:path w="1287145" h="106045">
                  <a:moveTo>
                    <a:pt x="127266" y="32512"/>
                  </a:moveTo>
                  <a:lnTo>
                    <a:pt x="110667" y="32512"/>
                  </a:lnTo>
                  <a:lnTo>
                    <a:pt x="110667" y="2984"/>
                  </a:lnTo>
                  <a:lnTo>
                    <a:pt x="87350" y="2984"/>
                  </a:lnTo>
                  <a:lnTo>
                    <a:pt x="87350" y="104127"/>
                  </a:lnTo>
                  <a:lnTo>
                    <a:pt x="110667" y="104127"/>
                  </a:lnTo>
                  <a:lnTo>
                    <a:pt x="110667" y="47193"/>
                  </a:lnTo>
                  <a:lnTo>
                    <a:pt x="127266" y="47193"/>
                  </a:lnTo>
                  <a:lnTo>
                    <a:pt x="127266" y="32512"/>
                  </a:lnTo>
                  <a:close/>
                </a:path>
                <a:path w="1287145" h="106045">
                  <a:moveTo>
                    <a:pt x="199478" y="10020"/>
                  </a:moveTo>
                  <a:lnTo>
                    <a:pt x="199415" y="4813"/>
                  </a:lnTo>
                  <a:lnTo>
                    <a:pt x="136842" y="4813"/>
                  </a:lnTo>
                  <a:lnTo>
                    <a:pt x="136842" y="18821"/>
                  </a:lnTo>
                  <a:lnTo>
                    <a:pt x="175526" y="18821"/>
                  </a:lnTo>
                  <a:lnTo>
                    <a:pt x="175806" y="23571"/>
                  </a:lnTo>
                  <a:lnTo>
                    <a:pt x="175501" y="26797"/>
                  </a:lnTo>
                  <a:lnTo>
                    <a:pt x="174701" y="32766"/>
                  </a:lnTo>
                  <a:lnTo>
                    <a:pt x="138772" y="32804"/>
                  </a:lnTo>
                  <a:lnTo>
                    <a:pt x="138772" y="46837"/>
                  </a:lnTo>
                  <a:lnTo>
                    <a:pt x="170751" y="46837"/>
                  </a:lnTo>
                  <a:lnTo>
                    <a:pt x="164630" y="55753"/>
                  </a:lnTo>
                  <a:lnTo>
                    <a:pt x="156311" y="62649"/>
                  </a:lnTo>
                  <a:lnTo>
                    <a:pt x="146227" y="67259"/>
                  </a:lnTo>
                  <a:lnTo>
                    <a:pt x="134823" y="69278"/>
                  </a:lnTo>
                  <a:lnTo>
                    <a:pt x="134823" y="83845"/>
                  </a:lnTo>
                  <a:lnTo>
                    <a:pt x="180022" y="67106"/>
                  </a:lnTo>
                  <a:lnTo>
                    <a:pt x="198843" y="22796"/>
                  </a:lnTo>
                  <a:lnTo>
                    <a:pt x="199478" y="10020"/>
                  </a:lnTo>
                  <a:close/>
                </a:path>
                <a:path w="1287145" h="106045">
                  <a:moveTo>
                    <a:pt x="253631" y="32512"/>
                  </a:moveTo>
                  <a:lnTo>
                    <a:pt x="237058" y="32512"/>
                  </a:lnTo>
                  <a:lnTo>
                    <a:pt x="237058" y="2984"/>
                  </a:lnTo>
                  <a:lnTo>
                    <a:pt x="213715" y="2984"/>
                  </a:lnTo>
                  <a:lnTo>
                    <a:pt x="213715" y="104127"/>
                  </a:lnTo>
                  <a:lnTo>
                    <a:pt x="237058" y="104127"/>
                  </a:lnTo>
                  <a:lnTo>
                    <a:pt x="237058" y="47193"/>
                  </a:lnTo>
                  <a:lnTo>
                    <a:pt x="253631" y="47193"/>
                  </a:lnTo>
                  <a:lnTo>
                    <a:pt x="253631" y="32512"/>
                  </a:lnTo>
                  <a:close/>
                </a:path>
                <a:path w="1287145" h="106045">
                  <a:moveTo>
                    <a:pt x="318465" y="65989"/>
                  </a:moveTo>
                  <a:lnTo>
                    <a:pt x="286664" y="65989"/>
                  </a:lnTo>
                  <a:lnTo>
                    <a:pt x="286664" y="18669"/>
                  </a:lnTo>
                  <a:lnTo>
                    <a:pt x="318236" y="18669"/>
                  </a:lnTo>
                  <a:lnTo>
                    <a:pt x="318236" y="4927"/>
                  </a:lnTo>
                  <a:lnTo>
                    <a:pt x="264579" y="4927"/>
                  </a:lnTo>
                  <a:lnTo>
                    <a:pt x="264579" y="77876"/>
                  </a:lnTo>
                  <a:lnTo>
                    <a:pt x="274459" y="80479"/>
                  </a:lnTo>
                  <a:lnTo>
                    <a:pt x="318465" y="80479"/>
                  </a:lnTo>
                  <a:lnTo>
                    <a:pt x="318465" y="65989"/>
                  </a:lnTo>
                  <a:close/>
                </a:path>
                <a:path w="1287145" h="106045">
                  <a:moveTo>
                    <a:pt x="348500" y="3009"/>
                  </a:moveTo>
                  <a:lnTo>
                    <a:pt x="328815" y="3009"/>
                  </a:lnTo>
                  <a:lnTo>
                    <a:pt x="328815" y="32118"/>
                  </a:lnTo>
                  <a:lnTo>
                    <a:pt x="310349" y="32118"/>
                  </a:lnTo>
                  <a:lnTo>
                    <a:pt x="310349" y="47345"/>
                  </a:lnTo>
                  <a:lnTo>
                    <a:pt x="328815" y="47345"/>
                  </a:lnTo>
                  <a:lnTo>
                    <a:pt x="328815" y="103289"/>
                  </a:lnTo>
                  <a:lnTo>
                    <a:pt x="348500" y="103289"/>
                  </a:lnTo>
                  <a:lnTo>
                    <a:pt x="348500" y="3009"/>
                  </a:lnTo>
                  <a:close/>
                </a:path>
                <a:path w="1287145" h="106045">
                  <a:moveTo>
                    <a:pt x="375856" y="3022"/>
                  </a:moveTo>
                  <a:lnTo>
                    <a:pt x="356476" y="2984"/>
                  </a:lnTo>
                  <a:lnTo>
                    <a:pt x="356476" y="103327"/>
                  </a:lnTo>
                  <a:lnTo>
                    <a:pt x="375856" y="103327"/>
                  </a:lnTo>
                  <a:lnTo>
                    <a:pt x="375856" y="3022"/>
                  </a:lnTo>
                  <a:close/>
                </a:path>
                <a:path w="1287145" h="106045">
                  <a:moveTo>
                    <a:pt x="460133" y="4851"/>
                  </a:moveTo>
                  <a:lnTo>
                    <a:pt x="437743" y="4851"/>
                  </a:lnTo>
                  <a:lnTo>
                    <a:pt x="437743" y="18669"/>
                  </a:lnTo>
                  <a:lnTo>
                    <a:pt x="437743" y="66116"/>
                  </a:lnTo>
                  <a:lnTo>
                    <a:pt x="416852" y="66116"/>
                  </a:lnTo>
                  <a:lnTo>
                    <a:pt x="416852" y="18669"/>
                  </a:lnTo>
                  <a:lnTo>
                    <a:pt x="437743" y="18669"/>
                  </a:lnTo>
                  <a:lnTo>
                    <a:pt x="437743" y="4851"/>
                  </a:lnTo>
                  <a:lnTo>
                    <a:pt x="394487" y="4851"/>
                  </a:lnTo>
                  <a:lnTo>
                    <a:pt x="394487" y="67767"/>
                  </a:lnTo>
                  <a:lnTo>
                    <a:pt x="396240" y="73888"/>
                  </a:lnTo>
                  <a:lnTo>
                    <a:pt x="401027" y="77724"/>
                  </a:lnTo>
                  <a:lnTo>
                    <a:pt x="408127" y="79717"/>
                  </a:lnTo>
                  <a:lnTo>
                    <a:pt x="416839" y="80276"/>
                  </a:lnTo>
                  <a:lnTo>
                    <a:pt x="460133" y="80276"/>
                  </a:lnTo>
                  <a:lnTo>
                    <a:pt x="460133" y="66116"/>
                  </a:lnTo>
                  <a:lnTo>
                    <a:pt x="460133" y="18669"/>
                  </a:lnTo>
                  <a:lnTo>
                    <a:pt x="460133" y="4851"/>
                  </a:lnTo>
                  <a:close/>
                </a:path>
                <a:path w="1287145" h="106045">
                  <a:moveTo>
                    <a:pt x="502793" y="2971"/>
                  </a:moveTo>
                  <a:lnTo>
                    <a:pt x="479386" y="2971"/>
                  </a:lnTo>
                  <a:lnTo>
                    <a:pt x="479386" y="104114"/>
                  </a:lnTo>
                  <a:lnTo>
                    <a:pt x="502793" y="104114"/>
                  </a:lnTo>
                  <a:lnTo>
                    <a:pt x="502793" y="2971"/>
                  </a:lnTo>
                  <a:close/>
                </a:path>
                <a:path w="1287145" h="106045">
                  <a:moveTo>
                    <a:pt x="596442" y="7772"/>
                  </a:moveTo>
                  <a:lnTo>
                    <a:pt x="539330" y="7772"/>
                  </a:lnTo>
                  <a:lnTo>
                    <a:pt x="539330" y="22161"/>
                  </a:lnTo>
                  <a:lnTo>
                    <a:pt x="575589" y="22161"/>
                  </a:lnTo>
                  <a:lnTo>
                    <a:pt x="575348" y="22936"/>
                  </a:lnTo>
                  <a:lnTo>
                    <a:pt x="555586" y="28321"/>
                  </a:lnTo>
                  <a:lnTo>
                    <a:pt x="536905" y="28321"/>
                  </a:lnTo>
                  <a:lnTo>
                    <a:pt x="536905" y="40386"/>
                  </a:lnTo>
                  <a:lnTo>
                    <a:pt x="546125" y="40386"/>
                  </a:lnTo>
                  <a:lnTo>
                    <a:pt x="548690" y="40208"/>
                  </a:lnTo>
                  <a:lnTo>
                    <a:pt x="563333" y="38874"/>
                  </a:lnTo>
                  <a:lnTo>
                    <a:pt x="563016" y="39192"/>
                  </a:lnTo>
                  <a:lnTo>
                    <a:pt x="531698" y="51993"/>
                  </a:lnTo>
                  <a:lnTo>
                    <a:pt x="541515" y="63601"/>
                  </a:lnTo>
                  <a:lnTo>
                    <a:pt x="579589" y="44792"/>
                  </a:lnTo>
                  <a:lnTo>
                    <a:pt x="585431" y="38874"/>
                  </a:lnTo>
                  <a:lnTo>
                    <a:pt x="588365" y="34785"/>
                  </a:lnTo>
                  <a:lnTo>
                    <a:pt x="594817" y="21158"/>
                  </a:lnTo>
                  <a:lnTo>
                    <a:pt x="596442" y="14427"/>
                  </a:lnTo>
                  <a:lnTo>
                    <a:pt x="596442" y="7772"/>
                  </a:lnTo>
                  <a:close/>
                </a:path>
                <a:path w="1287145" h="106045">
                  <a:moveTo>
                    <a:pt x="630389" y="63830"/>
                  </a:moveTo>
                  <a:lnTo>
                    <a:pt x="612330" y="63830"/>
                  </a:lnTo>
                  <a:lnTo>
                    <a:pt x="612330" y="78574"/>
                  </a:lnTo>
                  <a:lnTo>
                    <a:pt x="612330" y="89712"/>
                  </a:lnTo>
                  <a:lnTo>
                    <a:pt x="568921" y="89712"/>
                  </a:lnTo>
                  <a:lnTo>
                    <a:pt x="568921" y="78574"/>
                  </a:lnTo>
                  <a:lnTo>
                    <a:pt x="612330" y="78574"/>
                  </a:lnTo>
                  <a:lnTo>
                    <a:pt x="612330" y="63830"/>
                  </a:lnTo>
                  <a:lnTo>
                    <a:pt x="550849" y="63830"/>
                  </a:lnTo>
                  <a:lnTo>
                    <a:pt x="550849" y="104444"/>
                  </a:lnTo>
                  <a:lnTo>
                    <a:pt x="630389" y="104444"/>
                  </a:lnTo>
                  <a:lnTo>
                    <a:pt x="630389" y="89712"/>
                  </a:lnTo>
                  <a:lnTo>
                    <a:pt x="630389" y="78574"/>
                  </a:lnTo>
                  <a:lnTo>
                    <a:pt x="630389" y="63830"/>
                  </a:lnTo>
                  <a:close/>
                </a:path>
                <a:path w="1287145" h="106045">
                  <a:moveTo>
                    <a:pt x="630758" y="2438"/>
                  </a:moveTo>
                  <a:lnTo>
                    <a:pt x="612686" y="2438"/>
                  </a:lnTo>
                  <a:lnTo>
                    <a:pt x="612686" y="28194"/>
                  </a:lnTo>
                  <a:lnTo>
                    <a:pt x="592683" y="28194"/>
                  </a:lnTo>
                  <a:lnTo>
                    <a:pt x="592683" y="43180"/>
                  </a:lnTo>
                  <a:lnTo>
                    <a:pt x="612686" y="43180"/>
                  </a:lnTo>
                  <a:lnTo>
                    <a:pt x="612686" y="59880"/>
                  </a:lnTo>
                  <a:lnTo>
                    <a:pt x="630758" y="59880"/>
                  </a:lnTo>
                  <a:lnTo>
                    <a:pt x="630758" y="2438"/>
                  </a:lnTo>
                  <a:close/>
                </a:path>
                <a:path w="1287145" h="106045">
                  <a:moveTo>
                    <a:pt x="736854" y="5918"/>
                  </a:moveTo>
                  <a:lnTo>
                    <a:pt x="650887" y="5918"/>
                  </a:lnTo>
                  <a:lnTo>
                    <a:pt x="650887" y="20891"/>
                  </a:lnTo>
                  <a:lnTo>
                    <a:pt x="736854" y="20891"/>
                  </a:lnTo>
                  <a:lnTo>
                    <a:pt x="736854" y="5918"/>
                  </a:lnTo>
                  <a:close/>
                </a:path>
                <a:path w="1287145" h="106045">
                  <a:moveTo>
                    <a:pt x="739279" y="40614"/>
                  </a:moveTo>
                  <a:lnTo>
                    <a:pt x="723747" y="40614"/>
                  </a:lnTo>
                  <a:lnTo>
                    <a:pt x="725576" y="23329"/>
                  </a:lnTo>
                  <a:lnTo>
                    <a:pt x="707263" y="23329"/>
                  </a:lnTo>
                  <a:lnTo>
                    <a:pt x="705815" y="40614"/>
                  </a:lnTo>
                  <a:lnTo>
                    <a:pt x="681799" y="40614"/>
                  </a:lnTo>
                  <a:lnTo>
                    <a:pt x="680351" y="23329"/>
                  </a:lnTo>
                  <a:lnTo>
                    <a:pt x="662038" y="23329"/>
                  </a:lnTo>
                  <a:lnTo>
                    <a:pt x="663854" y="40614"/>
                  </a:lnTo>
                  <a:lnTo>
                    <a:pt x="648462" y="40614"/>
                  </a:lnTo>
                  <a:lnTo>
                    <a:pt x="648462" y="55587"/>
                  </a:lnTo>
                  <a:lnTo>
                    <a:pt x="739279" y="55587"/>
                  </a:lnTo>
                  <a:lnTo>
                    <a:pt x="739279" y="40614"/>
                  </a:lnTo>
                  <a:close/>
                </a:path>
                <a:path w="1287145" h="106045">
                  <a:moveTo>
                    <a:pt x="747763" y="61391"/>
                  </a:moveTo>
                  <a:lnTo>
                    <a:pt x="639965" y="61391"/>
                  </a:lnTo>
                  <a:lnTo>
                    <a:pt x="639965" y="76365"/>
                  </a:lnTo>
                  <a:lnTo>
                    <a:pt x="665429" y="76365"/>
                  </a:lnTo>
                  <a:lnTo>
                    <a:pt x="665429" y="104444"/>
                  </a:lnTo>
                  <a:lnTo>
                    <a:pt x="683501" y="104444"/>
                  </a:lnTo>
                  <a:lnTo>
                    <a:pt x="683501" y="76365"/>
                  </a:lnTo>
                  <a:lnTo>
                    <a:pt x="704850" y="76365"/>
                  </a:lnTo>
                  <a:lnTo>
                    <a:pt x="704850" y="105613"/>
                  </a:lnTo>
                  <a:lnTo>
                    <a:pt x="722909" y="105613"/>
                  </a:lnTo>
                  <a:lnTo>
                    <a:pt x="722909" y="76365"/>
                  </a:lnTo>
                  <a:lnTo>
                    <a:pt x="747763" y="76365"/>
                  </a:lnTo>
                  <a:lnTo>
                    <a:pt x="747763" y="61391"/>
                  </a:lnTo>
                  <a:close/>
                </a:path>
                <a:path w="1287145" h="106045">
                  <a:moveTo>
                    <a:pt x="818705" y="68008"/>
                  </a:moveTo>
                  <a:lnTo>
                    <a:pt x="777481" y="70802"/>
                  </a:lnTo>
                  <a:lnTo>
                    <a:pt x="776262" y="70802"/>
                  </a:lnTo>
                  <a:lnTo>
                    <a:pt x="776262" y="55359"/>
                  </a:lnTo>
                  <a:lnTo>
                    <a:pt x="808393" y="55359"/>
                  </a:lnTo>
                  <a:lnTo>
                    <a:pt x="808393" y="40386"/>
                  </a:lnTo>
                  <a:lnTo>
                    <a:pt x="776262" y="40386"/>
                  </a:lnTo>
                  <a:lnTo>
                    <a:pt x="776262" y="26809"/>
                  </a:lnTo>
                  <a:lnTo>
                    <a:pt x="809612" y="26809"/>
                  </a:lnTo>
                  <a:lnTo>
                    <a:pt x="809612" y="11836"/>
                  </a:lnTo>
                  <a:lnTo>
                    <a:pt x="758202" y="11836"/>
                  </a:lnTo>
                  <a:lnTo>
                    <a:pt x="758202" y="85763"/>
                  </a:lnTo>
                  <a:lnTo>
                    <a:pt x="800798" y="84607"/>
                  </a:lnTo>
                  <a:lnTo>
                    <a:pt x="811669" y="83337"/>
                  </a:lnTo>
                  <a:lnTo>
                    <a:pt x="815238" y="82956"/>
                  </a:lnTo>
                  <a:lnTo>
                    <a:pt x="818705" y="82638"/>
                  </a:lnTo>
                  <a:lnTo>
                    <a:pt x="818705" y="70802"/>
                  </a:lnTo>
                  <a:lnTo>
                    <a:pt x="818705" y="68008"/>
                  </a:lnTo>
                  <a:close/>
                </a:path>
                <a:path w="1287145" h="106045">
                  <a:moveTo>
                    <a:pt x="847801" y="2438"/>
                  </a:moveTo>
                  <a:lnTo>
                    <a:pt x="829741" y="2438"/>
                  </a:lnTo>
                  <a:lnTo>
                    <a:pt x="829741" y="40271"/>
                  </a:lnTo>
                  <a:lnTo>
                    <a:pt x="813981" y="40271"/>
                  </a:lnTo>
                  <a:lnTo>
                    <a:pt x="813981" y="55245"/>
                  </a:lnTo>
                  <a:lnTo>
                    <a:pt x="829741" y="55245"/>
                  </a:lnTo>
                  <a:lnTo>
                    <a:pt x="829741" y="105613"/>
                  </a:lnTo>
                  <a:lnTo>
                    <a:pt x="847801" y="105613"/>
                  </a:lnTo>
                  <a:lnTo>
                    <a:pt x="847801" y="2438"/>
                  </a:lnTo>
                  <a:close/>
                </a:path>
                <a:path w="1287145" h="106045">
                  <a:moveTo>
                    <a:pt x="922489" y="48514"/>
                  </a:moveTo>
                  <a:lnTo>
                    <a:pt x="908354" y="12661"/>
                  </a:lnTo>
                  <a:lnTo>
                    <a:pt x="904798" y="10985"/>
                  </a:lnTo>
                  <a:lnTo>
                    <a:pt x="904798" y="42430"/>
                  </a:lnTo>
                  <a:lnTo>
                    <a:pt x="904798" y="54508"/>
                  </a:lnTo>
                  <a:lnTo>
                    <a:pt x="903605" y="60045"/>
                  </a:lnTo>
                  <a:lnTo>
                    <a:pt x="898829" y="69938"/>
                  </a:lnTo>
                  <a:lnTo>
                    <a:pt x="895489" y="72415"/>
                  </a:lnTo>
                  <a:lnTo>
                    <a:pt x="887006" y="72415"/>
                  </a:lnTo>
                  <a:lnTo>
                    <a:pt x="883653" y="69926"/>
                  </a:lnTo>
                  <a:lnTo>
                    <a:pt x="878636" y="59944"/>
                  </a:lnTo>
                  <a:lnTo>
                    <a:pt x="877404" y="54508"/>
                  </a:lnTo>
                  <a:lnTo>
                    <a:pt x="877392" y="42430"/>
                  </a:lnTo>
                  <a:lnTo>
                    <a:pt x="878636" y="36969"/>
                  </a:lnTo>
                  <a:lnTo>
                    <a:pt x="883653" y="26987"/>
                  </a:lnTo>
                  <a:lnTo>
                    <a:pt x="887006" y="24485"/>
                  </a:lnTo>
                  <a:lnTo>
                    <a:pt x="895489" y="24485"/>
                  </a:lnTo>
                  <a:lnTo>
                    <a:pt x="898829" y="26987"/>
                  </a:lnTo>
                  <a:lnTo>
                    <a:pt x="903605" y="36969"/>
                  </a:lnTo>
                  <a:lnTo>
                    <a:pt x="904798" y="42430"/>
                  </a:lnTo>
                  <a:lnTo>
                    <a:pt x="904798" y="10985"/>
                  </a:lnTo>
                  <a:lnTo>
                    <a:pt x="900709" y="9055"/>
                  </a:lnTo>
                  <a:lnTo>
                    <a:pt x="881545" y="9055"/>
                  </a:lnTo>
                  <a:lnTo>
                    <a:pt x="859688" y="48514"/>
                  </a:lnTo>
                  <a:lnTo>
                    <a:pt x="860221" y="56908"/>
                  </a:lnTo>
                  <a:lnTo>
                    <a:pt x="881545" y="87858"/>
                  </a:lnTo>
                  <a:lnTo>
                    <a:pt x="900709" y="87858"/>
                  </a:lnTo>
                  <a:lnTo>
                    <a:pt x="921956" y="56857"/>
                  </a:lnTo>
                  <a:lnTo>
                    <a:pt x="922489" y="48514"/>
                  </a:lnTo>
                  <a:close/>
                </a:path>
                <a:path w="1287145" h="106045">
                  <a:moveTo>
                    <a:pt x="966508" y="42011"/>
                  </a:moveTo>
                  <a:lnTo>
                    <a:pt x="952080" y="42011"/>
                  </a:lnTo>
                  <a:lnTo>
                    <a:pt x="952080" y="2438"/>
                  </a:lnTo>
                  <a:lnTo>
                    <a:pt x="934021" y="2438"/>
                  </a:lnTo>
                  <a:lnTo>
                    <a:pt x="934021" y="105613"/>
                  </a:lnTo>
                  <a:lnTo>
                    <a:pt x="952080" y="105613"/>
                  </a:lnTo>
                  <a:lnTo>
                    <a:pt x="952080" y="58026"/>
                  </a:lnTo>
                  <a:lnTo>
                    <a:pt x="966508" y="58026"/>
                  </a:lnTo>
                  <a:lnTo>
                    <a:pt x="966508" y="42011"/>
                  </a:lnTo>
                  <a:close/>
                </a:path>
                <a:path w="1287145" h="106045">
                  <a:moveTo>
                    <a:pt x="1062304" y="54775"/>
                  </a:moveTo>
                  <a:lnTo>
                    <a:pt x="998283" y="54775"/>
                  </a:lnTo>
                  <a:lnTo>
                    <a:pt x="998283" y="47688"/>
                  </a:lnTo>
                  <a:lnTo>
                    <a:pt x="1059878" y="47688"/>
                  </a:lnTo>
                  <a:lnTo>
                    <a:pt x="1059878" y="32727"/>
                  </a:lnTo>
                  <a:lnTo>
                    <a:pt x="998283" y="32727"/>
                  </a:lnTo>
                  <a:lnTo>
                    <a:pt x="998283" y="25527"/>
                  </a:lnTo>
                  <a:lnTo>
                    <a:pt x="1060488" y="25527"/>
                  </a:lnTo>
                  <a:lnTo>
                    <a:pt x="1060488" y="10553"/>
                  </a:lnTo>
                  <a:lnTo>
                    <a:pt x="979855" y="10553"/>
                  </a:lnTo>
                  <a:lnTo>
                    <a:pt x="979855" y="69735"/>
                  </a:lnTo>
                  <a:lnTo>
                    <a:pt x="1062304" y="69735"/>
                  </a:lnTo>
                  <a:lnTo>
                    <a:pt x="1062304" y="54775"/>
                  </a:lnTo>
                  <a:close/>
                </a:path>
                <a:path w="1287145" h="106045">
                  <a:moveTo>
                    <a:pt x="1073950" y="80187"/>
                  </a:moveTo>
                  <a:lnTo>
                    <a:pt x="966152" y="80187"/>
                  </a:lnTo>
                  <a:lnTo>
                    <a:pt x="966152" y="95173"/>
                  </a:lnTo>
                  <a:lnTo>
                    <a:pt x="1073950" y="95173"/>
                  </a:lnTo>
                  <a:lnTo>
                    <a:pt x="1073950" y="80187"/>
                  </a:lnTo>
                  <a:close/>
                </a:path>
                <a:path w="1287145" h="106045">
                  <a:moveTo>
                    <a:pt x="1131544" y="1384"/>
                  </a:moveTo>
                  <a:lnTo>
                    <a:pt x="1093825" y="1384"/>
                  </a:lnTo>
                  <a:lnTo>
                    <a:pt x="1093825" y="14503"/>
                  </a:lnTo>
                  <a:lnTo>
                    <a:pt x="1131544" y="14503"/>
                  </a:lnTo>
                  <a:lnTo>
                    <a:pt x="1131544" y="1384"/>
                  </a:lnTo>
                  <a:close/>
                </a:path>
                <a:path w="1287145" h="106045">
                  <a:moveTo>
                    <a:pt x="1144041" y="45250"/>
                  </a:moveTo>
                  <a:lnTo>
                    <a:pt x="1141082" y="41186"/>
                  </a:lnTo>
                  <a:lnTo>
                    <a:pt x="1129284" y="35153"/>
                  </a:lnTo>
                  <a:lnTo>
                    <a:pt x="1125118" y="34302"/>
                  </a:lnTo>
                  <a:lnTo>
                    <a:pt x="1125118" y="48729"/>
                  </a:lnTo>
                  <a:lnTo>
                    <a:pt x="1125004" y="52184"/>
                  </a:lnTo>
                  <a:lnTo>
                    <a:pt x="1123886" y="53340"/>
                  </a:lnTo>
                  <a:lnTo>
                    <a:pt x="1118946" y="55041"/>
                  </a:lnTo>
                  <a:lnTo>
                    <a:pt x="1116152" y="55473"/>
                  </a:lnTo>
                  <a:lnTo>
                    <a:pt x="1110005" y="55473"/>
                  </a:lnTo>
                  <a:lnTo>
                    <a:pt x="1107198" y="55067"/>
                  </a:lnTo>
                  <a:lnTo>
                    <a:pt x="1101940" y="53441"/>
                  </a:lnTo>
                  <a:lnTo>
                    <a:pt x="1100620" y="52184"/>
                  </a:lnTo>
                  <a:lnTo>
                    <a:pt x="1100620" y="48856"/>
                  </a:lnTo>
                  <a:lnTo>
                    <a:pt x="1101966" y="47637"/>
                  </a:lnTo>
                  <a:lnTo>
                    <a:pt x="1107300" y="46012"/>
                  </a:lnTo>
                  <a:lnTo>
                    <a:pt x="1110081" y="45605"/>
                  </a:lnTo>
                  <a:lnTo>
                    <a:pt x="1116063" y="45605"/>
                  </a:lnTo>
                  <a:lnTo>
                    <a:pt x="1118895" y="46012"/>
                  </a:lnTo>
                  <a:lnTo>
                    <a:pt x="1123861" y="47536"/>
                  </a:lnTo>
                  <a:lnTo>
                    <a:pt x="1125118" y="48729"/>
                  </a:lnTo>
                  <a:lnTo>
                    <a:pt x="1125118" y="34302"/>
                  </a:lnTo>
                  <a:lnTo>
                    <a:pt x="1121930" y="33642"/>
                  </a:lnTo>
                  <a:lnTo>
                    <a:pt x="1104874" y="33642"/>
                  </a:lnTo>
                  <a:lnTo>
                    <a:pt x="1097546" y="35179"/>
                  </a:lnTo>
                  <a:lnTo>
                    <a:pt x="1084783" y="41287"/>
                  </a:lnTo>
                  <a:lnTo>
                    <a:pt x="1081684" y="45250"/>
                  </a:lnTo>
                  <a:lnTo>
                    <a:pt x="1081620" y="55473"/>
                  </a:lnTo>
                  <a:lnTo>
                    <a:pt x="1084770" y="59588"/>
                  </a:lnTo>
                  <a:lnTo>
                    <a:pt x="1097457" y="66319"/>
                  </a:lnTo>
                  <a:lnTo>
                    <a:pt x="1104671" y="67995"/>
                  </a:lnTo>
                  <a:lnTo>
                    <a:pt x="1121892" y="67995"/>
                  </a:lnTo>
                  <a:lnTo>
                    <a:pt x="1129385" y="66344"/>
                  </a:lnTo>
                  <a:lnTo>
                    <a:pt x="1141107" y="59690"/>
                  </a:lnTo>
                  <a:lnTo>
                    <a:pt x="1144041" y="55473"/>
                  </a:lnTo>
                  <a:lnTo>
                    <a:pt x="1144041" y="45605"/>
                  </a:lnTo>
                  <a:lnTo>
                    <a:pt x="1144041" y="45250"/>
                  </a:lnTo>
                  <a:close/>
                </a:path>
                <a:path w="1287145" h="106045">
                  <a:moveTo>
                    <a:pt x="1147064" y="18097"/>
                  </a:moveTo>
                  <a:lnTo>
                    <a:pt x="1078560" y="18097"/>
                  </a:lnTo>
                  <a:lnTo>
                    <a:pt x="1078560" y="31559"/>
                  </a:lnTo>
                  <a:lnTo>
                    <a:pt x="1147064" y="31559"/>
                  </a:lnTo>
                  <a:lnTo>
                    <a:pt x="1147064" y="18097"/>
                  </a:lnTo>
                  <a:close/>
                </a:path>
                <a:path w="1287145" h="106045">
                  <a:moveTo>
                    <a:pt x="1171562" y="71945"/>
                  </a:moveTo>
                  <a:lnTo>
                    <a:pt x="1090320" y="71945"/>
                  </a:lnTo>
                  <a:lnTo>
                    <a:pt x="1090320" y="86347"/>
                  </a:lnTo>
                  <a:lnTo>
                    <a:pt x="1152893" y="86347"/>
                  </a:lnTo>
                  <a:lnTo>
                    <a:pt x="1152893" y="105600"/>
                  </a:lnTo>
                  <a:lnTo>
                    <a:pt x="1171562" y="105600"/>
                  </a:lnTo>
                  <a:lnTo>
                    <a:pt x="1171562" y="71945"/>
                  </a:lnTo>
                  <a:close/>
                </a:path>
                <a:path w="1287145" h="106045">
                  <a:moveTo>
                    <a:pt x="1185379" y="29235"/>
                  </a:moveTo>
                  <a:lnTo>
                    <a:pt x="1171562" y="29235"/>
                  </a:lnTo>
                  <a:lnTo>
                    <a:pt x="1171562" y="2425"/>
                  </a:lnTo>
                  <a:lnTo>
                    <a:pt x="1153490" y="2425"/>
                  </a:lnTo>
                  <a:lnTo>
                    <a:pt x="1153490" y="68351"/>
                  </a:lnTo>
                  <a:lnTo>
                    <a:pt x="1171562" y="68351"/>
                  </a:lnTo>
                  <a:lnTo>
                    <a:pt x="1171562" y="44907"/>
                  </a:lnTo>
                  <a:lnTo>
                    <a:pt x="1185379" y="44907"/>
                  </a:lnTo>
                  <a:lnTo>
                    <a:pt x="1185379" y="29235"/>
                  </a:lnTo>
                  <a:close/>
                </a:path>
                <a:path w="1287145" h="106045">
                  <a:moveTo>
                    <a:pt x="1252677" y="14655"/>
                  </a:moveTo>
                  <a:lnTo>
                    <a:pt x="1251623" y="12649"/>
                  </a:lnTo>
                  <a:lnTo>
                    <a:pt x="1250251" y="10045"/>
                  </a:lnTo>
                  <a:lnTo>
                    <a:pt x="1240548" y="2006"/>
                  </a:lnTo>
                  <a:lnTo>
                    <a:pt x="1235456" y="622"/>
                  </a:lnTo>
                  <a:lnTo>
                    <a:pt x="1235456" y="18376"/>
                  </a:lnTo>
                  <a:lnTo>
                    <a:pt x="1235456" y="21158"/>
                  </a:lnTo>
                  <a:lnTo>
                    <a:pt x="1234528" y="22631"/>
                  </a:lnTo>
                  <a:lnTo>
                    <a:pt x="1230807" y="25869"/>
                  </a:lnTo>
                  <a:lnTo>
                    <a:pt x="1227785" y="26682"/>
                  </a:lnTo>
                  <a:lnTo>
                    <a:pt x="1219454" y="26682"/>
                  </a:lnTo>
                  <a:lnTo>
                    <a:pt x="1216431" y="25869"/>
                  </a:lnTo>
                  <a:lnTo>
                    <a:pt x="1212634" y="22631"/>
                  </a:lnTo>
                  <a:lnTo>
                    <a:pt x="1211694" y="21158"/>
                  </a:lnTo>
                  <a:lnTo>
                    <a:pt x="1211694" y="18376"/>
                  </a:lnTo>
                  <a:lnTo>
                    <a:pt x="1212608" y="16802"/>
                  </a:lnTo>
                  <a:lnTo>
                    <a:pt x="1216240" y="13474"/>
                  </a:lnTo>
                  <a:lnTo>
                    <a:pt x="1219250" y="12649"/>
                  </a:lnTo>
                  <a:lnTo>
                    <a:pt x="1227734" y="12649"/>
                  </a:lnTo>
                  <a:lnTo>
                    <a:pt x="1230807" y="13474"/>
                  </a:lnTo>
                  <a:lnTo>
                    <a:pt x="1234528" y="16802"/>
                  </a:lnTo>
                  <a:lnTo>
                    <a:pt x="1235456" y="18376"/>
                  </a:lnTo>
                  <a:lnTo>
                    <a:pt x="1235456" y="622"/>
                  </a:lnTo>
                  <a:lnTo>
                    <a:pt x="1233233" y="0"/>
                  </a:lnTo>
                  <a:lnTo>
                    <a:pt x="1213916" y="0"/>
                  </a:lnTo>
                  <a:lnTo>
                    <a:pt x="1206677" y="2019"/>
                  </a:lnTo>
                  <a:lnTo>
                    <a:pt x="1196822" y="10147"/>
                  </a:lnTo>
                  <a:lnTo>
                    <a:pt x="1194384" y="14655"/>
                  </a:lnTo>
                  <a:lnTo>
                    <a:pt x="1194384" y="25107"/>
                  </a:lnTo>
                  <a:lnTo>
                    <a:pt x="1196822" y="29654"/>
                  </a:lnTo>
                  <a:lnTo>
                    <a:pt x="1206677" y="37769"/>
                  </a:lnTo>
                  <a:lnTo>
                    <a:pt x="1213916" y="39801"/>
                  </a:lnTo>
                  <a:lnTo>
                    <a:pt x="1233068" y="39801"/>
                  </a:lnTo>
                  <a:lnTo>
                    <a:pt x="1240358" y="37769"/>
                  </a:lnTo>
                  <a:lnTo>
                    <a:pt x="1250213" y="29743"/>
                  </a:lnTo>
                  <a:lnTo>
                    <a:pt x="1251839" y="26682"/>
                  </a:lnTo>
                  <a:lnTo>
                    <a:pt x="1252677" y="25107"/>
                  </a:lnTo>
                  <a:lnTo>
                    <a:pt x="1252677" y="14655"/>
                  </a:lnTo>
                  <a:close/>
                </a:path>
                <a:path w="1287145" h="106045">
                  <a:moveTo>
                    <a:pt x="1263103" y="39687"/>
                  </a:moveTo>
                  <a:lnTo>
                    <a:pt x="1259382" y="40309"/>
                  </a:lnTo>
                  <a:lnTo>
                    <a:pt x="1252982" y="40944"/>
                  </a:lnTo>
                  <a:lnTo>
                    <a:pt x="1234795" y="42265"/>
                  </a:lnTo>
                  <a:lnTo>
                    <a:pt x="1227569" y="42595"/>
                  </a:lnTo>
                  <a:lnTo>
                    <a:pt x="1186230" y="42595"/>
                  </a:lnTo>
                  <a:lnTo>
                    <a:pt x="1186230" y="57213"/>
                  </a:lnTo>
                  <a:lnTo>
                    <a:pt x="1208544" y="57213"/>
                  </a:lnTo>
                  <a:lnTo>
                    <a:pt x="1208544" y="71145"/>
                  </a:lnTo>
                  <a:lnTo>
                    <a:pt x="1226604" y="71145"/>
                  </a:lnTo>
                  <a:lnTo>
                    <a:pt x="1226604" y="56972"/>
                  </a:lnTo>
                  <a:lnTo>
                    <a:pt x="1230807" y="56908"/>
                  </a:lnTo>
                  <a:lnTo>
                    <a:pt x="1236726" y="56603"/>
                  </a:lnTo>
                  <a:lnTo>
                    <a:pt x="1252004" y="55613"/>
                  </a:lnTo>
                  <a:lnTo>
                    <a:pt x="1258252" y="54965"/>
                  </a:lnTo>
                  <a:lnTo>
                    <a:pt x="1263103" y="54190"/>
                  </a:lnTo>
                  <a:lnTo>
                    <a:pt x="1263103" y="39687"/>
                  </a:lnTo>
                  <a:close/>
                </a:path>
                <a:path w="1287145" h="106045">
                  <a:moveTo>
                    <a:pt x="1284325" y="2425"/>
                  </a:moveTo>
                  <a:lnTo>
                    <a:pt x="1266380" y="2425"/>
                  </a:lnTo>
                  <a:lnTo>
                    <a:pt x="1266380" y="59423"/>
                  </a:lnTo>
                  <a:lnTo>
                    <a:pt x="1242491" y="59423"/>
                  </a:lnTo>
                  <a:lnTo>
                    <a:pt x="1242491" y="72885"/>
                  </a:lnTo>
                  <a:lnTo>
                    <a:pt x="1266380" y="72885"/>
                  </a:lnTo>
                  <a:lnTo>
                    <a:pt x="1266380" y="80302"/>
                  </a:lnTo>
                  <a:lnTo>
                    <a:pt x="1284325" y="80302"/>
                  </a:lnTo>
                  <a:lnTo>
                    <a:pt x="1284325" y="2425"/>
                  </a:lnTo>
                  <a:close/>
                </a:path>
                <a:path w="1287145" h="106045">
                  <a:moveTo>
                    <a:pt x="1286751" y="88315"/>
                  </a:moveTo>
                  <a:lnTo>
                    <a:pt x="1221270" y="88315"/>
                  </a:lnTo>
                  <a:lnTo>
                    <a:pt x="1221270" y="74155"/>
                  </a:lnTo>
                  <a:lnTo>
                    <a:pt x="1203210" y="74155"/>
                  </a:lnTo>
                  <a:lnTo>
                    <a:pt x="1203210" y="103289"/>
                  </a:lnTo>
                  <a:lnTo>
                    <a:pt x="1286751" y="103289"/>
                  </a:lnTo>
                  <a:lnTo>
                    <a:pt x="1286751" y="88315"/>
                  </a:lnTo>
                  <a:close/>
                </a:path>
              </a:pathLst>
            </a:custGeom>
            <a:solidFill>
              <a:srgbClr val="8785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2" name="object 3"/>
          <p:cNvSpPr txBox="1">
            <a:spLocks noGrp="1"/>
          </p:cNvSpPr>
          <p:nvPr>
            <p:ph type="title"/>
          </p:nvPr>
        </p:nvSpPr>
        <p:spPr>
          <a:xfrm>
            <a:off x="722535" y="653564"/>
            <a:ext cx="9248331" cy="32425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70000"/>
              </a:lnSpc>
            </a:pPr>
            <a:r>
              <a:rPr lang="en-US" sz="16000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AI PROMPT</a:t>
            </a:r>
            <a:br>
              <a:rPr lang="en-US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</a:br>
            <a:r>
              <a:rPr lang="en-US" sz="13500" spc="-150" dirty="0">
                <a:latin typeface="스웨거 TTF" panose="020B0600000101010101" pitchFamily="50" charset="-127"/>
                <a:ea typeface="스웨거 TTF" panose="020B0600000101010101" pitchFamily="50" charset="-127"/>
              </a:rPr>
              <a:t>ENGINEERING</a:t>
            </a:r>
            <a:endParaRPr sz="13500" spc="-150" dirty="0"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sp>
        <p:nvSpPr>
          <p:cNvPr id="11" name="object 5"/>
          <p:cNvSpPr txBox="1"/>
          <p:nvPr/>
        </p:nvSpPr>
        <p:spPr>
          <a:xfrm>
            <a:off x="347300" y="7043270"/>
            <a:ext cx="19514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20" dirty="0">
                <a:solidFill>
                  <a:srgbClr val="898989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 AI Prompt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sbs\Desktop\강사_PPT\Desktop\03.DTP\강사 커리큘럼_디자인_02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691813" cy="755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bject 2"/>
          <p:cNvSpPr/>
          <p:nvPr/>
        </p:nvSpPr>
        <p:spPr>
          <a:xfrm>
            <a:off x="9532747" y="7036498"/>
            <a:ext cx="755650" cy="106045"/>
          </a:xfrm>
          <a:custGeom>
            <a:avLst/>
            <a:gdLst/>
            <a:ahLst/>
            <a:cxnLst/>
            <a:rect l="l" t="t" r="r" b="b"/>
            <a:pathLst>
              <a:path w="755650" h="106045">
                <a:moveTo>
                  <a:pt x="64744" y="7772"/>
                </a:moveTo>
                <a:lnTo>
                  <a:pt x="7632" y="7772"/>
                </a:lnTo>
                <a:lnTo>
                  <a:pt x="7632" y="22161"/>
                </a:lnTo>
                <a:lnTo>
                  <a:pt x="43891" y="22161"/>
                </a:lnTo>
                <a:lnTo>
                  <a:pt x="43649" y="22936"/>
                </a:lnTo>
                <a:lnTo>
                  <a:pt x="23888" y="28321"/>
                </a:lnTo>
                <a:lnTo>
                  <a:pt x="5207" y="28321"/>
                </a:lnTo>
                <a:lnTo>
                  <a:pt x="5207" y="40386"/>
                </a:lnTo>
                <a:lnTo>
                  <a:pt x="14427" y="40386"/>
                </a:lnTo>
                <a:lnTo>
                  <a:pt x="16992" y="40208"/>
                </a:lnTo>
                <a:lnTo>
                  <a:pt x="31635" y="38874"/>
                </a:lnTo>
                <a:lnTo>
                  <a:pt x="31318" y="39192"/>
                </a:lnTo>
                <a:lnTo>
                  <a:pt x="0" y="51993"/>
                </a:lnTo>
                <a:lnTo>
                  <a:pt x="9817" y="63601"/>
                </a:lnTo>
                <a:lnTo>
                  <a:pt x="47891" y="44792"/>
                </a:lnTo>
                <a:lnTo>
                  <a:pt x="53733" y="38874"/>
                </a:lnTo>
                <a:lnTo>
                  <a:pt x="56667" y="34785"/>
                </a:lnTo>
                <a:lnTo>
                  <a:pt x="63119" y="21158"/>
                </a:lnTo>
                <a:lnTo>
                  <a:pt x="64744" y="14427"/>
                </a:lnTo>
                <a:lnTo>
                  <a:pt x="64744" y="7772"/>
                </a:lnTo>
                <a:close/>
              </a:path>
              <a:path w="755650" h="106045">
                <a:moveTo>
                  <a:pt x="98691" y="63830"/>
                </a:moveTo>
                <a:lnTo>
                  <a:pt x="80632" y="63830"/>
                </a:lnTo>
                <a:lnTo>
                  <a:pt x="80632" y="78574"/>
                </a:lnTo>
                <a:lnTo>
                  <a:pt x="80632" y="89712"/>
                </a:lnTo>
                <a:lnTo>
                  <a:pt x="37223" y="89712"/>
                </a:lnTo>
                <a:lnTo>
                  <a:pt x="37223" y="78574"/>
                </a:lnTo>
                <a:lnTo>
                  <a:pt x="80632" y="78574"/>
                </a:lnTo>
                <a:lnTo>
                  <a:pt x="80632" y="63830"/>
                </a:lnTo>
                <a:lnTo>
                  <a:pt x="19151" y="63830"/>
                </a:lnTo>
                <a:lnTo>
                  <a:pt x="19151" y="104444"/>
                </a:lnTo>
                <a:lnTo>
                  <a:pt x="98691" y="104444"/>
                </a:lnTo>
                <a:lnTo>
                  <a:pt x="98691" y="89712"/>
                </a:lnTo>
                <a:lnTo>
                  <a:pt x="98691" y="78574"/>
                </a:lnTo>
                <a:lnTo>
                  <a:pt x="98691" y="63830"/>
                </a:lnTo>
                <a:close/>
              </a:path>
              <a:path w="755650" h="106045">
                <a:moveTo>
                  <a:pt x="99060" y="2438"/>
                </a:moveTo>
                <a:lnTo>
                  <a:pt x="80987" y="2438"/>
                </a:lnTo>
                <a:lnTo>
                  <a:pt x="80987" y="28194"/>
                </a:lnTo>
                <a:lnTo>
                  <a:pt x="60985" y="28194"/>
                </a:lnTo>
                <a:lnTo>
                  <a:pt x="60985" y="43180"/>
                </a:lnTo>
                <a:lnTo>
                  <a:pt x="80987" y="43180"/>
                </a:lnTo>
                <a:lnTo>
                  <a:pt x="80987" y="59880"/>
                </a:lnTo>
                <a:lnTo>
                  <a:pt x="99060" y="59880"/>
                </a:lnTo>
                <a:lnTo>
                  <a:pt x="99060" y="2438"/>
                </a:lnTo>
                <a:close/>
              </a:path>
              <a:path w="755650" h="106045">
                <a:moveTo>
                  <a:pt x="205155" y="5918"/>
                </a:moveTo>
                <a:lnTo>
                  <a:pt x="119189" y="5918"/>
                </a:lnTo>
                <a:lnTo>
                  <a:pt x="119189" y="20891"/>
                </a:lnTo>
                <a:lnTo>
                  <a:pt x="205155" y="20891"/>
                </a:lnTo>
                <a:lnTo>
                  <a:pt x="205155" y="5918"/>
                </a:lnTo>
                <a:close/>
              </a:path>
              <a:path w="755650" h="106045">
                <a:moveTo>
                  <a:pt x="207581" y="40614"/>
                </a:moveTo>
                <a:lnTo>
                  <a:pt x="192049" y="40614"/>
                </a:lnTo>
                <a:lnTo>
                  <a:pt x="193878" y="23329"/>
                </a:lnTo>
                <a:lnTo>
                  <a:pt x="175564" y="23329"/>
                </a:lnTo>
                <a:lnTo>
                  <a:pt x="174117" y="40614"/>
                </a:lnTo>
                <a:lnTo>
                  <a:pt x="150101" y="40614"/>
                </a:lnTo>
                <a:lnTo>
                  <a:pt x="148653" y="23329"/>
                </a:lnTo>
                <a:lnTo>
                  <a:pt x="130340" y="23329"/>
                </a:lnTo>
                <a:lnTo>
                  <a:pt x="132156" y="40614"/>
                </a:lnTo>
                <a:lnTo>
                  <a:pt x="116763" y="40614"/>
                </a:lnTo>
                <a:lnTo>
                  <a:pt x="116763" y="55587"/>
                </a:lnTo>
                <a:lnTo>
                  <a:pt x="207581" y="55587"/>
                </a:lnTo>
                <a:lnTo>
                  <a:pt x="207581" y="40614"/>
                </a:lnTo>
                <a:close/>
              </a:path>
              <a:path w="755650" h="106045">
                <a:moveTo>
                  <a:pt x="216065" y="61391"/>
                </a:moveTo>
                <a:lnTo>
                  <a:pt x="108267" y="61391"/>
                </a:lnTo>
                <a:lnTo>
                  <a:pt x="108267" y="76365"/>
                </a:lnTo>
                <a:lnTo>
                  <a:pt x="133731" y="76365"/>
                </a:lnTo>
                <a:lnTo>
                  <a:pt x="133731" y="104444"/>
                </a:lnTo>
                <a:lnTo>
                  <a:pt x="151803" y="104444"/>
                </a:lnTo>
                <a:lnTo>
                  <a:pt x="151803" y="76365"/>
                </a:lnTo>
                <a:lnTo>
                  <a:pt x="173151" y="76365"/>
                </a:lnTo>
                <a:lnTo>
                  <a:pt x="173151" y="105613"/>
                </a:lnTo>
                <a:lnTo>
                  <a:pt x="191211" y="105613"/>
                </a:lnTo>
                <a:lnTo>
                  <a:pt x="191211" y="76365"/>
                </a:lnTo>
                <a:lnTo>
                  <a:pt x="216065" y="76365"/>
                </a:lnTo>
                <a:lnTo>
                  <a:pt x="216065" y="61391"/>
                </a:lnTo>
                <a:close/>
              </a:path>
              <a:path w="755650" h="106045">
                <a:moveTo>
                  <a:pt x="287007" y="68008"/>
                </a:moveTo>
                <a:lnTo>
                  <a:pt x="245783" y="70802"/>
                </a:lnTo>
                <a:lnTo>
                  <a:pt x="244563" y="70802"/>
                </a:lnTo>
                <a:lnTo>
                  <a:pt x="244563" y="55359"/>
                </a:lnTo>
                <a:lnTo>
                  <a:pt x="276694" y="55359"/>
                </a:lnTo>
                <a:lnTo>
                  <a:pt x="276694" y="40386"/>
                </a:lnTo>
                <a:lnTo>
                  <a:pt x="244563" y="40386"/>
                </a:lnTo>
                <a:lnTo>
                  <a:pt x="244563" y="26809"/>
                </a:lnTo>
                <a:lnTo>
                  <a:pt x="277914" y="26809"/>
                </a:lnTo>
                <a:lnTo>
                  <a:pt x="277914" y="11836"/>
                </a:lnTo>
                <a:lnTo>
                  <a:pt x="226504" y="11836"/>
                </a:lnTo>
                <a:lnTo>
                  <a:pt x="226504" y="85763"/>
                </a:lnTo>
                <a:lnTo>
                  <a:pt x="269100" y="84607"/>
                </a:lnTo>
                <a:lnTo>
                  <a:pt x="279971" y="83337"/>
                </a:lnTo>
                <a:lnTo>
                  <a:pt x="283540" y="82956"/>
                </a:lnTo>
                <a:lnTo>
                  <a:pt x="287007" y="82638"/>
                </a:lnTo>
                <a:lnTo>
                  <a:pt x="287007" y="70802"/>
                </a:lnTo>
                <a:lnTo>
                  <a:pt x="287007" y="68008"/>
                </a:lnTo>
                <a:close/>
              </a:path>
              <a:path w="755650" h="106045">
                <a:moveTo>
                  <a:pt x="316103" y="2438"/>
                </a:moveTo>
                <a:lnTo>
                  <a:pt x="298043" y="2438"/>
                </a:lnTo>
                <a:lnTo>
                  <a:pt x="298043" y="40271"/>
                </a:lnTo>
                <a:lnTo>
                  <a:pt x="282282" y="40271"/>
                </a:lnTo>
                <a:lnTo>
                  <a:pt x="282282" y="55245"/>
                </a:lnTo>
                <a:lnTo>
                  <a:pt x="298043" y="55245"/>
                </a:lnTo>
                <a:lnTo>
                  <a:pt x="298043" y="105613"/>
                </a:lnTo>
                <a:lnTo>
                  <a:pt x="316103" y="105613"/>
                </a:lnTo>
                <a:lnTo>
                  <a:pt x="316103" y="2438"/>
                </a:lnTo>
                <a:close/>
              </a:path>
              <a:path w="755650" h="106045">
                <a:moveTo>
                  <a:pt x="390791" y="48514"/>
                </a:moveTo>
                <a:lnTo>
                  <a:pt x="376656" y="12661"/>
                </a:lnTo>
                <a:lnTo>
                  <a:pt x="373100" y="10985"/>
                </a:lnTo>
                <a:lnTo>
                  <a:pt x="373100" y="42430"/>
                </a:lnTo>
                <a:lnTo>
                  <a:pt x="373100" y="54508"/>
                </a:lnTo>
                <a:lnTo>
                  <a:pt x="371906" y="60045"/>
                </a:lnTo>
                <a:lnTo>
                  <a:pt x="367131" y="69938"/>
                </a:lnTo>
                <a:lnTo>
                  <a:pt x="363791" y="72415"/>
                </a:lnTo>
                <a:lnTo>
                  <a:pt x="355307" y="72415"/>
                </a:lnTo>
                <a:lnTo>
                  <a:pt x="351955" y="69926"/>
                </a:lnTo>
                <a:lnTo>
                  <a:pt x="346938" y="59944"/>
                </a:lnTo>
                <a:lnTo>
                  <a:pt x="345706" y="54508"/>
                </a:lnTo>
                <a:lnTo>
                  <a:pt x="345694" y="42430"/>
                </a:lnTo>
                <a:lnTo>
                  <a:pt x="346938" y="36969"/>
                </a:lnTo>
                <a:lnTo>
                  <a:pt x="351955" y="26987"/>
                </a:lnTo>
                <a:lnTo>
                  <a:pt x="355307" y="24485"/>
                </a:lnTo>
                <a:lnTo>
                  <a:pt x="363791" y="24485"/>
                </a:lnTo>
                <a:lnTo>
                  <a:pt x="367131" y="26987"/>
                </a:lnTo>
                <a:lnTo>
                  <a:pt x="371906" y="36969"/>
                </a:lnTo>
                <a:lnTo>
                  <a:pt x="373100" y="42430"/>
                </a:lnTo>
                <a:lnTo>
                  <a:pt x="373100" y="10985"/>
                </a:lnTo>
                <a:lnTo>
                  <a:pt x="369011" y="9055"/>
                </a:lnTo>
                <a:lnTo>
                  <a:pt x="349846" y="9055"/>
                </a:lnTo>
                <a:lnTo>
                  <a:pt x="327990" y="48514"/>
                </a:lnTo>
                <a:lnTo>
                  <a:pt x="328523" y="56908"/>
                </a:lnTo>
                <a:lnTo>
                  <a:pt x="349846" y="87858"/>
                </a:lnTo>
                <a:lnTo>
                  <a:pt x="369011" y="87858"/>
                </a:lnTo>
                <a:lnTo>
                  <a:pt x="390258" y="56857"/>
                </a:lnTo>
                <a:lnTo>
                  <a:pt x="390791" y="48514"/>
                </a:lnTo>
                <a:close/>
              </a:path>
              <a:path w="755650" h="106045">
                <a:moveTo>
                  <a:pt x="434809" y="42011"/>
                </a:moveTo>
                <a:lnTo>
                  <a:pt x="420382" y="42011"/>
                </a:lnTo>
                <a:lnTo>
                  <a:pt x="420382" y="2438"/>
                </a:lnTo>
                <a:lnTo>
                  <a:pt x="402323" y="2438"/>
                </a:lnTo>
                <a:lnTo>
                  <a:pt x="402323" y="105613"/>
                </a:lnTo>
                <a:lnTo>
                  <a:pt x="420382" y="105613"/>
                </a:lnTo>
                <a:lnTo>
                  <a:pt x="420382" y="58026"/>
                </a:lnTo>
                <a:lnTo>
                  <a:pt x="434809" y="58026"/>
                </a:lnTo>
                <a:lnTo>
                  <a:pt x="434809" y="42011"/>
                </a:lnTo>
                <a:close/>
              </a:path>
              <a:path w="755650" h="106045">
                <a:moveTo>
                  <a:pt x="530606" y="54775"/>
                </a:moveTo>
                <a:lnTo>
                  <a:pt x="466585" y="54775"/>
                </a:lnTo>
                <a:lnTo>
                  <a:pt x="466585" y="47688"/>
                </a:lnTo>
                <a:lnTo>
                  <a:pt x="528180" y="47688"/>
                </a:lnTo>
                <a:lnTo>
                  <a:pt x="528180" y="32727"/>
                </a:lnTo>
                <a:lnTo>
                  <a:pt x="466585" y="32727"/>
                </a:lnTo>
                <a:lnTo>
                  <a:pt x="466585" y="25527"/>
                </a:lnTo>
                <a:lnTo>
                  <a:pt x="528789" y="25527"/>
                </a:lnTo>
                <a:lnTo>
                  <a:pt x="528789" y="10553"/>
                </a:lnTo>
                <a:lnTo>
                  <a:pt x="448157" y="10553"/>
                </a:lnTo>
                <a:lnTo>
                  <a:pt x="448157" y="69735"/>
                </a:lnTo>
                <a:lnTo>
                  <a:pt x="530606" y="69735"/>
                </a:lnTo>
                <a:lnTo>
                  <a:pt x="530606" y="54775"/>
                </a:lnTo>
                <a:close/>
              </a:path>
              <a:path w="755650" h="106045">
                <a:moveTo>
                  <a:pt x="542251" y="80187"/>
                </a:moveTo>
                <a:lnTo>
                  <a:pt x="434454" y="80187"/>
                </a:lnTo>
                <a:lnTo>
                  <a:pt x="434454" y="95173"/>
                </a:lnTo>
                <a:lnTo>
                  <a:pt x="542251" y="95173"/>
                </a:lnTo>
                <a:lnTo>
                  <a:pt x="542251" y="80187"/>
                </a:lnTo>
                <a:close/>
              </a:path>
              <a:path w="755650" h="106045">
                <a:moveTo>
                  <a:pt x="599846" y="1384"/>
                </a:moveTo>
                <a:lnTo>
                  <a:pt x="562127" y="1384"/>
                </a:lnTo>
                <a:lnTo>
                  <a:pt x="562127" y="14503"/>
                </a:lnTo>
                <a:lnTo>
                  <a:pt x="599846" y="14503"/>
                </a:lnTo>
                <a:lnTo>
                  <a:pt x="599846" y="1384"/>
                </a:lnTo>
                <a:close/>
              </a:path>
              <a:path w="755650" h="106045">
                <a:moveTo>
                  <a:pt x="612343" y="45250"/>
                </a:moveTo>
                <a:lnTo>
                  <a:pt x="609384" y="41186"/>
                </a:lnTo>
                <a:lnTo>
                  <a:pt x="597585" y="35153"/>
                </a:lnTo>
                <a:lnTo>
                  <a:pt x="593420" y="34302"/>
                </a:lnTo>
                <a:lnTo>
                  <a:pt x="593420" y="48729"/>
                </a:lnTo>
                <a:lnTo>
                  <a:pt x="593305" y="52184"/>
                </a:lnTo>
                <a:lnTo>
                  <a:pt x="592188" y="53340"/>
                </a:lnTo>
                <a:lnTo>
                  <a:pt x="587248" y="55041"/>
                </a:lnTo>
                <a:lnTo>
                  <a:pt x="584454" y="55473"/>
                </a:lnTo>
                <a:lnTo>
                  <a:pt x="578307" y="55473"/>
                </a:lnTo>
                <a:lnTo>
                  <a:pt x="575500" y="55067"/>
                </a:lnTo>
                <a:lnTo>
                  <a:pt x="570242" y="53441"/>
                </a:lnTo>
                <a:lnTo>
                  <a:pt x="568921" y="52184"/>
                </a:lnTo>
                <a:lnTo>
                  <a:pt x="568921" y="48856"/>
                </a:lnTo>
                <a:lnTo>
                  <a:pt x="570268" y="47637"/>
                </a:lnTo>
                <a:lnTo>
                  <a:pt x="575602" y="46012"/>
                </a:lnTo>
                <a:lnTo>
                  <a:pt x="578383" y="45605"/>
                </a:lnTo>
                <a:lnTo>
                  <a:pt x="584365" y="45605"/>
                </a:lnTo>
                <a:lnTo>
                  <a:pt x="587197" y="46012"/>
                </a:lnTo>
                <a:lnTo>
                  <a:pt x="592162" y="47536"/>
                </a:lnTo>
                <a:lnTo>
                  <a:pt x="593420" y="48729"/>
                </a:lnTo>
                <a:lnTo>
                  <a:pt x="593420" y="34302"/>
                </a:lnTo>
                <a:lnTo>
                  <a:pt x="590232" y="33642"/>
                </a:lnTo>
                <a:lnTo>
                  <a:pt x="573176" y="33642"/>
                </a:lnTo>
                <a:lnTo>
                  <a:pt x="565848" y="35179"/>
                </a:lnTo>
                <a:lnTo>
                  <a:pt x="553085" y="41287"/>
                </a:lnTo>
                <a:lnTo>
                  <a:pt x="549986" y="45250"/>
                </a:lnTo>
                <a:lnTo>
                  <a:pt x="549922" y="55473"/>
                </a:lnTo>
                <a:lnTo>
                  <a:pt x="553072" y="59588"/>
                </a:lnTo>
                <a:lnTo>
                  <a:pt x="565759" y="66319"/>
                </a:lnTo>
                <a:lnTo>
                  <a:pt x="572973" y="67995"/>
                </a:lnTo>
                <a:lnTo>
                  <a:pt x="590194" y="67995"/>
                </a:lnTo>
                <a:lnTo>
                  <a:pt x="597687" y="66344"/>
                </a:lnTo>
                <a:lnTo>
                  <a:pt x="609409" y="59690"/>
                </a:lnTo>
                <a:lnTo>
                  <a:pt x="612343" y="55473"/>
                </a:lnTo>
                <a:lnTo>
                  <a:pt x="612343" y="45605"/>
                </a:lnTo>
                <a:lnTo>
                  <a:pt x="612343" y="45250"/>
                </a:lnTo>
                <a:close/>
              </a:path>
              <a:path w="755650" h="106045">
                <a:moveTo>
                  <a:pt x="615365" y="18097"/>
                </a:moveTo>
                <a:lnTo>
                  <a:pt x="546862" y="18097"/>
                </a:lnTo>
                <a:lnTo>
                  <a:pt x="546862" y="31559"/>
                </a:lnTo>
                <a:lnTo>
                  <a:pt x="615365" y="31559"/>
                </a:lnTo>
                <a:lnTo>
                  <a:pt x="615365" y="18097"/>
                </a:lnTo>
                <a:close/>
              </a:path>
              <a:path w="755650" h="106045">
                <a:moveTo>
                  <a:pt x="639864" y="71945"/>
                </a:moveTo>
                <a:lnTo>
                  <a:pt x="558622" y="71945"/>
                </a:lnTo>
                <a:lnTo>
                  <a:pt x="558622" y="86347"/>
                </a:lnTo>
                <a:lnTo>
                  <a:pt x="621195" y="86347"/>
                </a:lnTo>
                <a:lnTo>
                  <a:pt x="621195" y="105600"/>
                </a:lnTo>
                <a:lnTo>
                  <a:pt x="639864" y="105600"/>
                </a:lnTo>
                <a:lnTo>
                  <a:pt x="639864" y="71945"/>
                </a:lnTo>
                <a:close/>
              </a:path>
              <a:path w="755650" h="106045">
                <a:moveTo>
                  <a:pt x="653681" y="29235"/>
                </a:moveTo>
                <a:lnTo>
                  <a:pt x="639864" y="29235"/>
                </a:lnTo>
                <a:lnTo>
                  <a:pt x="639864" y="2425"/>
                </a:lnTo>
                <a:lnTo>
                  <a:pt x="621792" y="2425"/>
                </a:lnTo>
                <a:lnTo>
                  <a:pt x="621792" y="68351"/>
                </a:lnTo>
                <a:lnTo>
                  <a:pt x="639864" y="68351"/>
                </a:lnTo>
                <a:lnTo>
                  <a:pt x="639864" y="44907"/>
                </a:lnTo>
                <a:lnTo>
                  <a:pt x="653681" y="44907"/>
                </a:lnTo>
                <a:lnTo>
                  <a:pt x="653681" y="29235"/>
                </a:lnTo>
                <a:close/>
              </a:path>
              <a:path w="755650" h="106045">
                <a:moveTo>
                  <a:pt x="720979" y="14655"/>
                </a:moveTo>
                <a:lnTo>
                  <a:pt x="719924" y="12649"/>
                </a:lnTo>
                <a:lnTo>
                  <a:pt x="718553" y="10045"/>
                </a:lnTo>
                <a:lnTo>
                  <a:pt x="708850" y="2006"/>
                </a:lnTo>
                <a:lnTo>
                  <a:pt x="703757" y="622"/>
                </a:lnTo>
                <a:lnTo>
                  <a:pt x="703757" y="18376"/>
                </a:lnTo>
                <a:lnTo>
                  <a:pt x="703757" y="21158"/>
                </a:lnTo>
                <a:lnTo>
                  <a:pt x="702830" y="22631"/>
                </a:lnTo>
                <a:lnTo>
                  <a:pt x="699109" y="25869"/>
                </a:lnTo>
                <a:lnTo>
                  <a:pt x="696087" y="26682"/>
                </a:lnTo>
                <a:lnTo>
                  <a:pt x="687755" y="26682"/>
                </a:lnTo>
                <a:lnTo>
                  <a:pt x="684733" y="25869"/>
                </a:lnTo>
                <a:lnTo>
                  <a:pt x="680935" y="22631"/>
                </a:lnTo>
                <a:lnTo>
                  <a:pt x="679996" y="21158"/>
                </a:lnTo>
                <a:lnTo>
                  <a:pt x="679996" y="18376"/>
                </a:lnTo>
                <a:lnTo>
                  <a:pt x="680910" y="16802"/>
                </a:lnTo>
                <a:lnTo>
                  <a:pt x="684542" y="13474"/>
                </a:lnTo>
                <a:lnTo>
                  <a:pt x="687552" y="12649"/>
                </a:lnTo>
                <a:lnTo>
                  <a:pt x="696036" y="12649"/>
                </a:lnTo>
                <a:lnTo>
                  <a:pt x="699109" y="13474"/>
                </a:lnTo>
                <a:lnTo>
                  <a:pt x="702830" y="16802"/>
                </a:lnTo>
                <a:lnTo>
                  <a:pt x="703757" y="18376"/>
                </a:lnTo>
                <a:lnTo>
                  <a:pt x="703757" y="622"/>
                </a:lnTo>
                <a:lnTo>
                  <a:pt x="701535" y="0"/>
                </a:lnTo>
                <a:lnTo>
                  <a:pt x="682218" y="0"/>
                </a:lnTo>
                <a:lnTo>
                  <a:pt x="674979" y="2019"/>
                </a:lnTo>
                <a:lnTo>
                  <a:pt x="665124" y="10147"/>
                </a:lnTo>
                <a:lnTo>
                  <a:pt x="662686" y="14655"/>
                </a:lnTo>
                <a:lnTo>
                  <a:pt x="662686" y="25107"/>
                </a:lnTo>
                <a:lnTo>
                  <a:pt x="665124" y="29654"/>
                </a:lnTo>
                <a:lnTo>
                  <a:pt x="674979" y="37769"/>
                </a:lnTo>
                <a:lnTo>
                  <a:pt x="682218" y="39801"/>
                </a:lnTo>
                <a:lnTo>
                  <a:pt x="701370" y="39801"/>
                </a:lnTo>
                <a:lnTo>
                  <a:pt x="708660" y="37769"/>
                </a:lnTo>
                <a:lnTo>
                  <a:pt x="718515" y="29743"/>
                </a:lnTo>
                <a:lnTo>
                  <a:pt x="720140" y="26682"/>
                </a:lnTo>
                <a:lnTo>
                  <a:pt x="720979" y="25107"/>
                </a:lnTo>
                <a:lnTo>
                  <a:pt x="720979" y="14655"/>
                </a:lnTo>
                <a:close/>
              </a:path>
              <a:path w="755650" h="106045">
                <a:moveTo>
                  <a:pt x="731405" y="39687"/>
                </a:moveTo>
                <a:lnTo>
                  <a:pt x="727684" y="40309"/>
                </a:lnTo>
                <a:lnTo>
                  <a:pt x="721283" y="40944"/>
                </a:lnTo>
                <a:lnTo>
                  <a:pt x="703097" y="42265"/>
                </a:lnTo>
                <a:lnTo>
                  <a:pt x="695871" y="42595"/>
                </a:lnTo>
                <a:lnTo>
                  <a:pt x="654532" y="42595"/>
                </a:lnTo>
                <a:lnTo>
                  <a:pt x="654532" y="57213"/>
                </a:lnTo>
                <a:lnTo>
                  <a:pt x="676846" y="57213"/>
                </a:lnTo>
                <a:lnTo>
                  <a:pt x="676846" y="71145"/>
                </a:lnTo>
                <a:lnTo>
                  <a:pt x="694905" y="71145"/>
                </a:lnTo>
                <a:lnTo>
                  <a:pt x="694905" y="56972"/>
                </a:lnTo>
                <a:lnTo>
                  <a:pt x="699109" y="56908"/>
                </a:lnTo>
                <a:lnTo>
                  <a:pt x="705027" y="56603"/>
                </a:lnTo>
                <a:lnTo>
                  <a:pt x="720305" y="55613"/>
                </a:lnTo>
                <a:lnTo>
                  <a:pt x="726554" y="54965"/>
                </a:lnTo>
                <a:lnTo>
                  <a:pt x="731405" y="54190"/>
                </a:lnTo>
                <a:lnTo>
                  <a:pt x="731405" y="39687"/>
                </a:lnTo>
                <a:close/>
              </a:path>
              <a:path w="755650" h="106045">
                <a:moveTo>
                  <a:pt x="752627" y="2425"/>
                </a:moveTo>
                <a:lnTo>
                  <a:pt x="734682" y="2425"/>
                </a:lnTo>
                <a:lnTo>
                  <a:pt x="734682" y="59423"/>
                </a:lnTo>
                <a:lnTo>
                  <a:pt x="710793" y="59423"/>
                </a:lnTo>
                <a:lnTo>
                  <a:pt x="710793" y="72885"/>
                </a:lnTo>
                <a:lnTo>
                  <a:pt x="734682" y="72885"/>
                </a:lnTo>
                <a:lnTo>
                  <a:pt x="734682" y="80302"/>
                </a:lnTo>
                <a:lnTo>
                  <a:pt x="752627" y="80302"/>
                </a:lnTo>
                <a:lnTo>
                  <a:pt x="752627" y="2425"/>
                </a:lnTo>
                <a:close/>
              </a:path>
              <a:path w="755650" h="106045">
                <a:moveTo>
                  <a:pt x="755053" y="88315"/>
                </a:moveTo>
                <a:lnTo>
                  <a:pt x="689571" y="88315"/>
                </a:lnTo>
                <a:lnTo>
                  <a:pt x="689571" y="74155"/>
                </a:lnTo>
                <a:lnTo>
                  <a:pt x="671512" y="74155"/>
                </a:lnTo>
                <a:lnTo>
                  <a:pt x="671512" y="103289"/>
                </a:lnTo>
                <a:lnTo>
                  <a:pt x="755053" y="103289"/>
                </a:lnTo>
                <a:lnTo>
                  <a:pt x="755053" y="88315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265628" y="7039482"/>
            <a:ext cx="111760" cy="100965"/>
          </a:xfrm>
          <a:custGeom>
            <a:avLst/>
            <a:gdLst/>
            <a:ahLst/>
            <a:cxnLst/>
            <a:rect l="l" t="t" r="r" b="b"/>
            <a:pathLst>
              <a:path w="111759" h="100965">
                <a:moveTo>
                  <a:pt x="53886" y="63004"/>
                </a:moveTo>
                <a:lnTo>
                  <a:pt x="22085" y="63004"/>
                </a:lnTo>
                <a:lnTo>
                  <a:pt x="22085" y="15684"/>
                </a:lnTo>
                <a:lnTo>
                  <a:pt x="53657" y="15684"/>
                </a:lnTo>
                <a:lnTo>
                  <a:pt x="53657" y="1943"/>
                </a:lnTo>
                <a:lnTo>
                  <a:pt x="0" y="1943"/>
                </a:lnTo>
                <a:lnTo>
                  <a:pt x="0" y="74891"/>
                </a:lnTo>
                <a:lnTo>
                  <a:pt x="9880" y="77495"/>
                </a:lnTo>
                <a:lnTo>
                  <a:pt x="53886" y="77495"/>
                </a:lnTo>
                <a:lnTo>
                  <a:pt x="53886" y="63004"/>
                </a:lnTo>
                <a:close/>
              </a:path>
              <a:path w="111759" h="100965">
                <a:moveTo>
                  <a:pt x="83921" y="25"/>
                </a:moveTo>
                <a:lnTo>
                  <a:pt x="64236" y="25"/>
                </a:lnTo>
                <a:lnTo>
                  <a:pt x="64236" y="29133"/>
                </a:lnTo>
                <a:lnTo>
                  <a:pt x="45770" y="29133"/>
                </a:lnTo>
                <a:lnTo>
                  <a:pt x="45770" y="44361"/>
                </a:lnTo>
                <a:lnTo>
                  <a:pt x="64236" y="44361"/>
                </a:lnTo>
                <a:lnTo>
                  <a:pt x="64236" y="100304"/>
                </a:lnTo>
                <a:lnTo>
                  <a:pt x="83921" y="100304"/>
                </a:lnTo>
                <a:lnTo>
                  <a:pt x="83921" y="25"/>
                </a:lnTo>
                <a:close/>
              </a:path>
              <a:path w="111759" h="100965">
                <a:moveTo>
                  <a:pt x="111277" y="38"/>
                </a:moveTo>
                <a:lnTo>
                  <a:pt x="91897" y="0"/>
                </a:lnTo>
                <a:lnTo>
                  <a:pt x="91897" y="100342"/>
                </a:lnTo>
                <a:lnTo>
                  <a:pt x="111277" y="100342"/>
                </a:lnTo>
                <a:lnTo>
                  <a:pt x="111277" y="38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95536" y="7039470"/>
            <a:ext cx="108585" cy="101600"/>
          </a:xfrm>
          <a:custGeom>
            <a:avLst/>
            <a:gdLst/>
            <a:ahLst/>
            <a:cxnLst/>
            <a:rect l="l" t="t" r="r" b="b"/>
            <a:pathLst>
              <a:path w="108584" h="101600">
                <a:moveTo>
                  <a:pt x="65646" y="1879"/>
                </a:moveTo>
                <a:lnTo>
                  <a:pt x="43256" y="1879"/>
                </a:lnTo>
                <a:lnTo>
                  <a:pt x="43256" y="15697"/>
                </a:lnTo>
                <a:lnTo>
                  <a:pt x="43256" y="63144"/>
                </a:lnTo>
                <a:lnTo>
                  <a:pt x="22364" y="63144"/>
                </a:lnTo>
                <a:lnTo>
                  <a:pt x="22364" y="15697"/>
                </a:lnTo>
                <a:lnTo>
                  <a:pt x="43256" y="15697"/>
                </a:lnTo>
                <a:lnTo>
                  <a:pt x="43256" y="1879"/>
                </a:lnTo>
                <a:lnTo>
                  <a:pt x="0" y="1879"/>
                </a:lnTo>
                <a:lnTo>
                  <a:pt x="0" y="64795"/>
                </a:lnTo>
                <a:lnTo>
                  <a:pt x="1752" y="70916"/>
                </a:lnTo>
                <a:lnTo>
                  <a:pt x="6540" y="74752"/>
                </a:lnTo>
                <a:lnTo>
                  <a:pt x="13639" y="76746"/>
                </a:lnTo>
                <a:lnTo>
                  <a:pt x="22352" y="77304"/>
                </a:lnTo>
                <a:lnTo>
                  <a:pt x="65646" y="77304"/>
                </a:lnTo>
                <a:lnTo>
                  <a:pt x="65646" y="63144"/>
                </a:lnTo>
                <a:lnTo>
                  <a:pt x="65646" y="15697"/>
                </a:lnTo>
                <a:lnTo>
                  <a:pt x="65646" y="1879"/>
                </a:lnTo>
                <a:close/>
              </a:path>
              <a:path w="108584" h="101600">
                <a:moveTo>
                  <a:pt x="108305" y="0"/>
                </a:moveTo>
                <a:lnTo>
                  <a:pt x="84899" y="0"/>
                </a:lnTo>
                <a:lnTo>
                  <a:pt x="84899" y="101142"/>
                </a:lnTo>
                <a:lnTo>
                  <a:pt x="108305" y="101142"/>
                </a:lnTo>
                <a:lnTo>
                  <a:pt x="108305" y="0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001049" y="7039482"/>
            <a:ext cx="127635" cy="101600"/>
          </a:xfrm>
          <a:custGeom>
            <a:avLst/>
            <a:gdLst/>
            <a:ahLst/>
            <a:cxnLst/>
            <a:rect l="l" t="t" r="r" b="b"/>
            <a:pathLst>
              <a:path w="127634" h="101600">
                <a:moveTo>
                  <a:pt x="73875" y="35877"/>
                </a:moveTo>
                <a:lnTo>
                  <a:pt x="53682" y="4775"/>
                </a:lnTo>
                <a:lnTo>
                  <a:pt x="53682" y="41236"/>
                </a:lnTo>
                <a:lnTo>
                  <a:pt x="52158" y="45808"/>
                </a:lnTo>
                <a:lnTo>
                  <a:pt x="49098" y="49847"/>
                </a:lnTo>
                <a:lnTo>
                  <a:pt x="45986" y="53886"/>
                </a:lnTo>
                <a:lnTo>
                  <a:pt x="41986" y="55956"/>
                </a:lnTo>
                <a:lnTo>
                  <a:pt x="32245" y="55956"/>
                </a:lnTo>
                <a:lnTo>
                  <a:pt x="28257" y="53873"/>
                </a:lnTo>
                <a:lnTo>
                  <a:pt x="25184" y="49669"/>
                </a:lnTo>
                <a:lnTo>
                  <a:pt x="22110" y="45567"/>
                </a:lnTo>
                <a:lnTo>
                  <a:pt x="20675" y="41236"/>
                </a:lnTo>
                <a:lnTo>
                  <a:pt x="20574" y="30835"/>
                </a:lnTo>
                <a:lnTo>
                  <a:pt x="22174" y="26276"/>
                </a:lnTo>
                <a:lnTo>
                  <a:pt x="25463" y="22161"/>
                </a:lnTo>
                <a:lnTo>
                  <a:pt x="28714" y="18148"/>
                </a:lnTo>
                <a:lnTo>
                  <a:pt x="32626" y="16103"/>
                </a:lnTo>
                <a:lnTo>
                  <a:pt x="42138" y="16103"/>
                </a:lnTo>
                <a:lnTo>
                  <a:pt x="46139" y="18186"/>
                </a:lnTo>
                <a:lnTo>
                  <a:pt x="49225" y="22453"/>
                </a:lnTo>
                <a:lnTo>
                  <a:pt x="52209" y="26466"/>
                </a:lnTo>
                <a:lnTo>
                  <a:pt x="53619" y="30835"/>
                </a:lnTo>
                <a:lnTo>
                  <a:pt x="53682" y="41236"/>
                </a:lnTo>
                <a:lnTo>
                  <a:pt x="53682" y="4775"/>
                </a:lnTo>
                <a:lnTo>
                  <a:pt x="50901" y="3340"/>
                </a:lnTo>
                <a:lnTo>
                  <a:pt x="44107" y="1422"/>
                </a:lnTo>
                <a:lnTo>
                  <a:pt x="36753" y="774"/>
                </a:lnTo>
                <a:lnTo>
                  <a:pt x="29464" y="1422"/>
                </a:lnTo>
                <a:lnTo>
                  <a:pt x="673" y="28905"/>
                </a:lnTo>
                <a:lnTo>
                  <a:pt x="0" y="35877"/>
                </a:lnTo>
                <a:lnTo>
                  <a:pt x="685" y="42887"/>
                </a:lnTo>
                <a:lnTo>
                  <a:pt x="29629" y="70370"/>
                </a:lnTo>
                <a:lnTo>
                  <a:pt x="36944" y="71005"/>
                </a:lnTo>
                <a:lnTo>
                  <a:pt x="44234" y="70370"/>
                </a:lnTo>
                <a:lnTo>
                  <a:pt x="73190" y="42887"/>
                </a:lnTo>
                <a:lnTo>
                  <a:pt x="73875" y="35877"/>
                </a:lnTo>
                <a:close/>
              </a:path>
              <a:path w="127634" h="101600">
                <a:moveTo>
                  <a:pt x="127266" y="29527"/>
                </a:moveTo>
                <a:lnTo>
                  <a:pt x="110667" y="29527"/>
                </a:lnTo>
                <a:lnTo>
                  <a:pt x="110667" y="0"/>
                </a:lnTo>
                <a:lnTo>
                  <a:pt x="87350" y="0"/>
                </a:lnTo>
                <a:lnTo>
                  <a:pt x="87350" y="101142"/>
                </a:lnTo>
                <a:lnTo>
                  <a:pt x="110667" y="101142"/>
                </a:lnTo>
                <a:lnTo>
                  <a:pt x="110667" y="44208"/>
                </a:lnTo>
                <a:lnTo>
                  <a:pt x="127266" y="44208"/>
                </a:lnTo>
                <a:lnTo>
                  <a:pt x="127266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35872" y="7039482"/>
            <a:ext cx="119380" cy="101600"/>
          </a:xfrm>
          <a:custGeom>
            <a:avLst/>
            <a:gdLst/>
            <a:ahLst/>
            <a:cxnLst/>
            <a:rect l="l" t="t" r="r" b="b"/>
            <a:pathLst>
              <a:path w="119379" h="101600">
                <a:moveTo>
                  <a:pt x="64655" y="7035"/>
                </a:moveTo>
                <a:lnTo>
                  <a:pt x="64592" y="1828"/>
                </a:lnTo>
                <a:lnTo>
                  <a:pt x="2019" y="1828"/>
                </a:lnTo>
                <a:lnTo>
                  <a:pt x="2019" y="15836"/>
                </a:lnTo>
                <a:lnTo>
                  <a:pt x="40703" y="15836"/>
                </a:lnTo>
                <a:lnTo>
                  <a:pt x="40982" y="20586"/>
                </a:lnTo>
                <a:lnTo>
                  <a:pt x="40678" y="23812"/>
                </a:lnTo>
                <a:lnTo>
                  <a:pt x="39878" y="29781"/>
                </a:lnTo>
                <a:lnTo>
                  <a:pt x="3949" y="29819"/>
                </a:lnTo>
                <a:lnTo>
                  <a:pt x="3949" y="43853"/>
                </a:lnTo>
                <a:lnTo>
                  <a:pt x="35928" y="43853"/>
                </a:lnTo>
                <a:lnTo>
                  <a:pt x="29806" y="52768"/>
                </a:lnTo>
                <a:lnTo>
                  <a:pt x="21488" y="59664"/>
                </a:lnTo>
                <a:lnTo>
                  <a:pt x="11404" y="64274"/>
                </a:lnTo>
                <a:lnTo>
                  <a:pt x="0" y="66294"/>
                </a:lnTo>
                <a:lnTo>
                  <a:pt x="0" y="80860"/>
                </a:lnTo>
                <a:lnTo>
                  <a:pt x="45199" y="64122"/>
                </a:lnTo>
                <a:lnTo>
                  <a:pt x="64020" y="19812"/>
                </a:lnTo>
                <a:lnTo>
                  <a:pt x="64655" y="7035"/>
                </a:lnTo>
                <a:close/>
              </a:path>
              <a:path w="119379" h="101600">
                <a:moveTo>
                  <a:pt x="118808" y="29527"/>
                </a:moveTo>
                <a:lnTo>
                  <a:pt x="102235" y="29527"/>
                </a:lnTo>
                <a:lnTo>
                  <a:pt x="102235" y="0"/>
                </a:lnTo>
                <a:lnTo>
                  <a:pt x="78892" y="0"/>
                </a:lnTo>
                <a:lnTo>
                  <a:pt x="78892" y="101142"/>
                </a:lnTo>
                <a:lnTo>
                  <a:pt x="102235" y="101142"/>
                </a:lnTo>
                <a:lnTo>
                  <a:pt x="102235" y="44208"/>
                </a:lnTo>
                <a:lnTo>
                  <a:pt x="118808" y="44208"/>
                </a:lnTo>
                <a:lnTo>
                  <a:pt x="118808" y="29527"/>
                </a:lnTo>
                <a:close/>
              </a:path>
            </a:pathLst>
          </a:custGeom>
          <a:solidFill>
            <a:srgbClr val="87858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8532021" y="6992183"/>
            <a:ext cx="447675" cy="198755"/>
            <a:chOff x="8532021" y="6992183"/>
            <a:chExt cx="447675" cy="19875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55119" y="7039173"/>
              <a:ext cx="224348" cy="1005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32021" y="6992183"/>
              <a:ext cx="196524" cy="19857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33300" y="1621575"/>
            <a:ext cx="111784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100" b="1" spc="-25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사용 </a:t>
            </a: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소프트웨어</a:t>
            </a:r>
            <a:endParaRPr sz="12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333300" y="2009973"/>
            <a:ext cx="111784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사전 준비 항목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995299" y="2803764"/>
            <a:ext cx="2824234" cy="109895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AI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를 활용 역량을 보유한 융합 인재 양성 </a:t>
            </a:r>
            <a:endParaRPr lang="ko-KR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AI</a:t>
            </a: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이론</a:t>
            </a: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과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윤리</a:t>
            </a: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를 습득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AI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를 활용한 생산성 향상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미래형 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AI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커뮤니케이션 능력 함양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프롬프트를 알맞게 입력하여 자신이 원하는 결과물 도출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33300" y="5033562"/>
            <a:ext cx="7308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수업 방식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995299" y="4972592"/>
            <a:ext cx="3293098" cy="8193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다양한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AI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툴을 활용한 오프라인 수업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다양한 예시를 통한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AI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결과물 도출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오프라인 강의를 통한 실시간 코칭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자격증 소개 및 취득 방법 안내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33300" y="6216466"/>
            <a:ext cx="138500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취업분야 및 전망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995299" y="6199073"/>
            <a:ext cx="2677565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마케팅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디자인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영상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, </a:t>
            </a:r>
            <a:r>
              <a:rPr lang="ko-KR" altLang="en-US" sz="900" dirty="0" err="1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아트웍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인테리어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웹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코딩 등등 다양한 분야에서 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AI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와 소통하고 업무에 활용이 가능한 인재상을 찾고 있습니다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.</a:t>
            </a:r>
            <a:endParaRPr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33300" y="2912153"/>
            <a:ext cx="1174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훈련 목표</a:t>
            </a:r>
            <a:endParaRPr sz="1200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95299" y="4134067"/>
            <a:ext cx="2950659" cy="451406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84150" indent="-171450" algn="l">
              <a:lnSpc>
                <a:spcPct val="100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나이 제한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: 15</a:t>
            </a: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세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~50</a:t>
            </a: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세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184150" indent="-171450" algn="l">
              <a:lnSpc>
                <a:spcPct val="100000"/>
              </a:lnSpc>
              <a:spcBef>
                <a:spcPts val="660"/>
              </a:spcBef>
              <a:buFont typeface="Arial" panose="020B0604020202020204" pitchFamily="34" charset="0"/>
              <a:buChar char="•"/>
            </a:pPr>
            <a:r>
              <a:rPr lang="ko-KR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난이도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 :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중</a:t>
            </a:r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42" name="object 33"/>
          <p:cNvSpPr txBox="1"/>
          <p:nvPr/>
        </p:nvSpPr>
        <p:spPr>
          <a:xfrm>
            <a:off x="5333300" y="4216166"/>
            <a:ext cx="11747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200" b="1" dirty="0">
                <a:solidFill>
                  <a:srgbClr val="E5007F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Agency FB"/>
              </a:rPr>
              <a:t>학습 수준</a:t>
            </a:r>
            <a:endParaRPr lang="en-US" altLang="ko-KR" sz="1200" b="1" dirty="0">
              <a:solidFill>
                <a:srgbClr val="E5007F"/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Agency FB"/>
            </a:endParaRPr>
          </a:p>
        </p:txBody>
      </p:sp>
      <p:sp>
        <p:nvSpPr>
          <p:cNvPr id="47" name="object 28"/>
          <p:cNvSpPr txBox="1">
            <a:spLocks/>
          </p:cNvSpPr>
          <p:nvPr/>
        </p:nvSpPr>
        <p:spPr>
          <a:xfrm>
            <a:off x="4474669" y="408884"/>
            <a:ext cx="3859412" cy="918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10600" b="0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altLang="ko-KR" sz="3800" b="1" spc="-10" dirty="0">
                <a:solidFill>
                  <a:srgbClr val="E5007F"/>
                </a:solidFill>
                <a:latin typeface="Agency FB"/>
                <a:cs typeface="Agency FB"/>
              </a:rPr>
              <a:t>AI Prompt Engineering</a:t>
            </a:r>
          </a:p>
          <a:p>
            <a:pPr marL="12700">
              <a:spcBef>
                <a:spcPts val="100"/>
              </a:spcBef>
            </a:pPr>
            <a:r>
              <a:rPr lang="en-US" altLang="ko-KR" sz="2000" b="1" spc="-10" dirty="0">
                <a:solidFill>
                  <a:srgbClr val="FFA3D5"/>
                </a:solidFill>
                <a:latin typeface="Agency FB"/>
                <a:cs typeface="Agency FB"/>
              </a:rPr>
              <a:t>Lecture Plan</a:t>
            </a:r>
            <a:endParaRPr lang="en-US" altLang="ko-KR" sz="1400" baseline="1543" dirty="0">
              <a:solidFill>
                <a:srgbClr val="FFA3D5"/>
              </a:solidFill>
              <a:latin typeface="Agency FB"/>
              <a:cs typeface="Agency FB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045E3B-7286-DF27-CBA3-2BA0A6594BAB}"/>
              </a:ext>
            </a:extLst>
          </p:cNvPr>
          <p:cNvSpPr/>
          <p:nvPr/>
        </p:nvSpPr>
        <p:spPr>
          <a:xfrm>
            <a:off x="5350037" y="4490737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155CE5E-9F34-F8C3-7CCE-804EA41F66A6}"/>
              </a:ext>
            </a:extLst>
          </p:cNvPr>
          <p:cNvSpPr/>
          <p:nvPr/>
        </p:nvSpPr>
        <p:spPr>
          <a:xfrm>
            <a:off x="5491569" y="4490737"/>
            <a:ext cx="104394" cy="104394"/>
          </a:xfrm>
          <a:prstGeom prst="ellipse">
            <a:avLst/>
          </a:prstGeom>
          <a:solidFill>
            <a:srgbClr val="E500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object 9"/>
          <p:cNvSpPr txBox="1"/>
          <p:nvPr/>
        </p:nvSpPr>
        <p:spPr>
          <a:xfrm>
            <a:off x="8647142" y="335418"/>
            <a:ext cx="1696720" cy="13208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US" sz="75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JP Medium"/>
              </a:rPr>
              <a:t>AI Prompt Engineering</a:t>
            </a:r>
            <a:endParaRPr sz="75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JP Medium"/>
            </a:endParaRPr>
          </a:p>
        </p:txBody>
      </p:sp>
      <p:sp>
        <p:nvSpPr>
          <p:cNvPr id="30" name="object 11"/>
          <p:cNvSpPr txBox="1"/>
          <p:nvPr/>
        </p:nvSpPr>
        <p:spPr>
          <a:xfrm>
            <a:off x="429329" y="1571625"/>
            <a:ext cx="3698171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3200" spc="-150" dirty="0">
                <a:solidFill>
                  <a:srgbClr val="E5007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Calibri"/>
              </a:rPr>
              <a:t>AI</a:t>
            </a:r>
            <a:endParaRPr sz="11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32" name="object 12"/>
          <p:cNvSpPr txBox="1"/>
          <p:nvPr/>
        </p:nvSpPr>
        <p:spPr>
          <a:xfrm>
            <a:off x="396298" y="2999239"/>
            <a:ext cx="4207884" cy="170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0" spc="-150" dirty="0">
                <a:solidFill>
                  <a:srgbClr val="E5007F"/>
                </a:solidFill>
                <a:latin typeface="스웨거 TTF" panose="020B0600000101010101" pitchFamily="50" charset="-127"/>
                <a:ea typeface="스웨거 TTF" panose="020B0600000101010101" pitchFamily="50" charset="-127"/>
                <a:cs typeface="Calibri"/>
              </a:rPr>
              <a:t>PROMPT</a:t>
            </a:r>
            <a:endParaRPr sz="11000" spc="-150" dirty="0">
              <a:solidFill>
                <a:srgbClr val="E5007F"/>
              </a:solidFill>
              <a:latin typeface="스웨거 TTF" panose="020B0600000101010101" pitchFamily="50" charset="-127"/>
              <a:ea typeface="스웨거 TTF" panose="020B0600000101010101" pitchFamily="50" charset="-127"/>
              <a:cs typeface="Calibri"/>
            </a:endParaRPr>
          </a:p>
        </p:txBody>
      </p:sp>
      <p:sp>
        <p:nvSpPr>
          <p:cNvPr id="29" name="object 16"/>
          <p:cNvSpPr txBox="1"/>
          <p:nvPr/>
        </p:nvSpPr>
        <p:spPr>
          <a:xfrm>
            <a:off x="6995299" y="1621575"/>
            <a:ext cx="2999601" cy="1982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l">
              <a:lnSpc>
                <a:spcPct val="151900"/>
              </a:lnSpc>
              <a:spcBef>
                <a:spcPts val="100"/>
              </a:spcBef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Chat GPT, Gemini</a:t>
            </a:r>
            <a:endParaRPr lang="en-US" sz="900" b="0" dirty="0">
              <a:solidFill>
                <a:schemeClr val="bg1">
                  <a:lumMod val="50000"/>
                </a:schemeClr>
              </a:solidFill>
              <a:latin typeface="Noto Sans KR" panose="020B0500000000000000" pitchFamily="34" charset="-127"/>
              <a:ea typeface="Noto Sans KR" panose="020B0500000000000000" pitchFamily="34" charset="-127"/>
              <a:cs typeface="Source Han Sans KR ExtraLight"/>
            </a:endParaRPr>
          </a:p>
        </p:txBody>
      </p:sp>
      <p:sp>
        <p:nvSpPr>
          <p:cNvPr id="35" name="object 18"/>
          <p:cNvSpPr txBox="1"/>
          <p:nvPr/>
        </p:nvSpPr>
        <p:spPr>
          <a:xfrm>
            <a:off x="6995299" y="2035688"/>
            <a:ext cx="2824234" cy="4398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4150" indent="-171450" algn="l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ko-KR" altLang="en-US" sz="900" b="0" spc="-3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컴퓨터 운영체제 </a:t>
            </a:r>
            <a:r>
              <a:rPr lang="en-US" altLang="ko-KR" sz="900" b="0" spc="-3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:</a:t>
            </a:r>
            <a:r>
              <a:rPr lang="en-US" altLang="ko-KR" sz="900" b="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</a:t>
            </a:r>
            <a:r>
              <a:rPr lang="en-US" altLang="ko-KR" sz="900" b="0" spc="-1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Windows,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 MAC</a:t>
            </a:r>
          </a:p>
          <a:p>
            <a:pPr marL="184150" indent="-171450" algn="l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Chat GPT, Gemini(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유료 구독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, 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무료 버전 경우 답변의 차이가 있음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Source Han Sans KR ExtraLigh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7570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151</Words>
  <Application>Microsoft Office PowerPoint</Application>
  <PresentationFormat>사용자 지정</PresentationFormat>
  <Paragraphs>29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9" baseType="lpstr">
      <vt:lpstr>Noto Sans KR</vt:lpstr>
      <vt:lpstr>맑은 고딕</vt:lpstr>
      <vt:lpstr>스웨거 TTF</vt:lpstr>
      <vt:lpstr>Agency FB</vt:lpstr>
      <vt:lpstr>Arial</vt:lpstr>
      <vt:lpstr>Calibri</vt:lpstr>
      <vt:lpstr>Office 테마</vt:lpstr>
      <vt:lpstr>AI PROMPT ENGINEERING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PROMPT ENGINEERING</dc:title>
  <dc:creator>SBS</dc:creator>
  <cp:lastModifiedBy>SBS</cp:lastModifiedBy>
  <cp:revision>1</cp:revision>
  <dcterms:modified xsi:type="dcterms:W3CDTF">2026-09-07T07:27:27Z</dcterms:modified>
</cp:coreProperties>
</file>