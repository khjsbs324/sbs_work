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92" y="12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5BFFC5B-B5D6-4500-8A8E-977A523B24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03C8A3-11D0-4460-83AF-F44D6D3D60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40FFE-50FD-4CBC-89E9-D199BCBF1FB8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F9D1168-C4F7-4FDE-839F-757BE8631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AE61AAB-7748-40E8-BEFE-66A16AAA0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A3F369-4EF6-4115-AD29-2AFC9A589E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89496E-27D5-4D7F-B17C-09429D3B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E2B2B-65C4-473D-8034-28D1636033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sbs\Desktop\강사_PPT\Desktop\03.DTP\강사 커리큘럼_디자인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/>
          <p:cNvSpPr txBox="1"/>
          <p:nvPr/>
        </p:nvSpPr>
        <p:spPr>
          <a:xfrm>
            <a:off x="1524000" y="4191000"/>
            <a:ext cx="7645400" cy="342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508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AI취업올인원 1·2 과정 커리큘럼</a:t>
            </a:r>
            <a:endParaRPr lang="en-US" altLang="ko-KR" sz="14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1999" y="396000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0" y="0"/>
                </a:moveTo>
                <a:lnTo>
                  <a:pt x="287997" y="0"/>
                </a:lnTo>
              </a:path>
            </a:pathLst>
          </a:custGeom>
          <a:ln w="508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1756410" cy="198755"/>
            <a:chOff x="8532021" y="6992183"/>
            <a:chExt cx="1756410" cy="198755"/>
          </a:xfrm>
        </p:grpSpPr>
        <p:sp>
          <p:nvSpPr>
            <p:cNvPr id="8" name="object 8"/>
            <p:cNvSpPr/>
            <p:nvPr/>
          </p:nvSpPr>
          <p:spPr>
            <a:xfrm>
              <a:off x="9001049" y="7036498"/>
              <a:ext cx="1287145" cy="106045"/>
            </a:xfrm>
            <a:custGeom>
              <a:avLst/>
              <a:gdLst/>
              <a:ahLst/>
              <a:cxnLst/>
              <a:rect l="l" t="t" r="r" b="b"/>
              <a:pathLst>
                <a:path w="1287145" h="106045">
                  <a:moveTo>
                    <a:pt x="73875" y="38862"/>
                  </a:moveTo>
                  <a:lnTo>
                    <a:pt x="53682" y="7759"/>
                  </a:lnTo>
                  <a:lnTo>
                    <a:pt x="53682" y="44221"/>
                  </a:lnTo>
                  <a:lnTo>
                    <a:pt x="52158" y="48793"/>
                  </a:lnTo>
                  <a:lnTo>
                    <a:pt x="49098" y="52832"/>
                  </a:lnTo>
                  <a:lnTo>
                    <a:pt x="45986" y="56870"/>
                  </a:lnTo>
                  <a:lnTo>
                    <a:pt x="41986" y="58940"/>
                  </a:lnTo>
                  <a:lnTo>
                    <a:pt x="32245" y="58940"/>
                  </a:lnTo>
                  <a:lnTo>
                    <a:pt x="28257" y="56857"/>
                  </a:lnTo>
                  <a:lnTo>
                    <a:pt x="25184" y="52654"/>
                  </a:lnTo>
                  <a:lnTo>
                    <a:pt x="22110" y="48552"/>
                  </a:lnTo>
                  <a:lnTo>
                    <a:pt x="20675" y="44221"/>
                  </a:lnTo>
                  <a:lnTo>
                    <a:pt x="20574" y="33820"/>
                  </a:lnTo>
                  <a:lnTo>
                    <a:pt x="22174" y="29260"/>
                  </a:lnTo>
                  <a:lnTo>
                    <a:pt x="25463" y="25146"/>
                  </a:lnTo>
                  <a:lnTo>
                    <a:pt x="28714" y="21132"/>
                  </a:lnTo>
                  <a:lnTo>
                    <a:pt x="32626" y="19088"/>
                  </a:lnTo>
                  <a:lnTo>
                    <a:pt x="42138" y="19088"/>
                  </a:lnTo>
                  <a:lnTo>
                    <a:pt x="46139" y="21170"/>
                  </a:lnTo>
                  <a:lnTo>
                    <a:pt x="49225" y="25438"/>
                  </a:lnTo>
                  <a:lnTo>
                    <a:pt x="52209" y="29451"/>
                  </a:lnTo>
                  <a:lnTo>
                    <a:pt x="53619" y="33820"/>
                  </a:lnTo>
                  <a:lnTo>
                    <a:pt x="53682" y="44221"/>
                  </a:lnTo>
                  <a:lnTo>
                    <a:pt x="53682" y="7759"/>
                  </a:lnTo>
                  <a:lnTo>
                    <a:pt x="50901" y="6324"/>
                  </a:lnTo>
                  <a:lnTo>
                    <a:pt x="44107" y="4406"/>
                  </a:lnTo>
                  <a:lnTo>
                    <a:pt x="36753" y="3759"/>
                  </a:lnTo>
                  <a:lnTo>
                    <a:pt x="29464" y="4406"/>
                  </a:lnTo>
                  <a:lnTo>
                    <a:pt x="673" y="31889"/>
                  </a:lnTo>
                  <a:lnTo>
                    <a:pt x="0" y="38862"/>
                  </a:lnTo>
                  <a:lnTo>
                    <a:pt x="685" y="45872"/>
                  </a:lnTo>
                  <a:lnTo>
                    <a:pt x="29629" y="73355"/>
                  </a:lnTo>
                  <a:lnTo>
                    <a:pt x="36944" y="73990"/>
                  </a:lnTo>
                  <a:lnTo>
                    <a:pt x="44234" y="73355"/>
                  </a:lnTo>
                  <a:lnTo>
                    <a:pt x="73190" y="45872"/>
                  </a:lnTo>
                  <a:lnTo>
                    <a:pt x="73875" y="38862"/>
                  </a:lnTo>
                  <a:close/>
                </a:path>
                <a:path w="1287145" h="106045">
                  <a:moveTo>
                    <a:pt x="127266" y="32512"/>
                  </a:moveTo>
                  <a:lnTo>
                    <a:pt x="110667" y="32512"/>
                  </a:lnTo>
                  <a:lnTo>
                    <a:pt x="110667" y="2984"/>
                  </a:lnTo>
                  <a:lnTo>
                    <a:pt x="87350" y="2984"/>
                  </a:lnTo>
                  <a:lnTo>
                    <a:pt x="87350" y="104127"/>
                  </a:lnTo>
                  <a:lnTo>
                    <a:pt x="110667" y="104127"/>
                  </a:lnTo>
                  <a:lnTo>
                    <a:pt x="110667" y="47193"/>
                  </a:lnTo>
                  <a:lnTo>
                    <a:pt x="127266" y="47193"/>
                  </a:lnTo>
                  <a:lnTo>
                    <a:pt x="127266" y="32512"/>
                  </a:lnTo>
                  <a:close/>
                </a:path>
                <a:path w="1287145" h="106045">
                  <a:moveTo>
                    <a:pt x="199478" y="10020"/>
                  </a:moveTo>
                  <a:lnTo>
                    <a:pt x="199415" y="4813"/>
                  </a:lnTo>
                  <a:lnTo>
                    <a:pt x="136842" y="4813"/>
                  </a:lnTo>
                  <a:lnTo>
                    <a:pt x="136842" y="18821"/>
                  </a:lnTo>
                  <a:lnTo>
                    <a:pt x="175526" y="18821"/>
                  </a:lnTo>
                  <a:lnTo>
                    <a:pt x="175806" y="23571"/>
                  </a:lnTo>
                  <a:lnTo>
                    <a:pt x="175501" y="26797"/>
                  </a:lnTo>
                  <a:lnTo>
                    <a:pt x="174701" y="32766"/>
                  </a:lnTo>
                  <a:lnTo>
                    <a:pt x="138772" y="32804"/>
                  </a:lnTo>
                  <a:lnTo>
                    <a:pt x="138772" y="46837"/>
                  </a:lnTo>
                  <a:lnTo>
                    <a:pt x="170751" y="46837"/>
                  </a:lnTo>
                  <a:lnTo>
                    <a:pt x="164630" y="55753"/>
                  </a:lnTo>
                  <a:lnTo>
                    <a:pt x="156311" y="62649"/>
                  </a:lnTo>
                  <a:lnTo>
                    <a:pt x="146227" y="67259"/>
                  </a:lnTo>
                  <a:lnTo>
                    <a:pt x="134823" y="69278"/>
                  </a:lnTo>
                  <a:lnTo>
                    <a:pt x="134823" y="83845"/>
                  </a:lnTo>
                  <a:lnTo>
                    <a:pt x="180022" y="67106"/>
                  </a:lnTo>
                  <a:lnTo>
                    <a:pt x="198843" y="22796"/>
                  </a:lnTo>
                  <a:lnTo>
                    <a:pt x="199478" y="10020"/>
                  </a:lnTo>
                  <a:close/>
                </a:path>
                <a:path w="1287145" h="106045">
                  <a:moveTo>
                    <a:pt x="253631" y="32512"/>
                  </a:moveTo>
                  <a:lnTo>
                    <a:pt x="237058" y="32512"/>
                  </a:lnTo>
                  <a:lnTo>
                    <a:pt x="237058" y="2984"/>
                  </a:lnTo>
                  <a:lnTo>
                    <a:pt x="213715" y="2984"/>
                  </a:lnTo>
                  <a:lnTo>
                    <a:pt x="213715" y="104127"/>
                  </a:lnTo>
                  <a:lnTo>
                    <a:pt x="237058" y="104127"/>
                  </a:lnTo>
                  <a:lnTo>
                    <a:pt x="237058" y="47193"/>
                  </a:lnTo>
                  <a:lnTo>
                    <a:pt x="253631" y="47193"/>
                  </a:lnTo>
                  <a:lnTo>
                    <a:pt x="253631" y="32512"/>
                  </a:lnTo>
                  <a:close/>
                </a:path>
                <a:path w="1287145" h="106045">
                  <a:moveTo>
                    <a:pt x="318465" y="65989"/>
                  </a:moveTo>
                  <a:lnTo>
                    <a:pt x="286664" y="65989"/>
                  </a:lnTo>
                  <a:lnTo>
                    <a:pt x="286664" y="18669"/>
                  </a:lnTo>
                  <a:lnTo>
                    <a:pt x="318236" y="18669"/>
                  </a:lnTo>
                  <a:lnTo>
                    <a:pt x="318236" y="4927"/>
                  </a:lnTo>
                  <a:lnTo>
                    <a:pt x="264579" y="4927"/>
                  </a:lnTo>
                  <a:lnTo>
                    <a:pt x="264579" y="77876"/>
                  </a:lnTo>
                  <a:lnTo>
                    <a:pt x="274459" y="80479"/>
                  </a:lnTo>
                  <a:lnTo>
                    <a:pt x="318465" y="80479"/>
                  </a:lnTo>
                  <a:lnTo>
                    <a:pt x="318465" y="65989"/>
                  </a:lnTo>
                  <a:close/>
                </a:path>
                <a:path w="1287145" h="106045">
                  <a:moveTo>
                    <a:pt x="348500" y="3009"/>
                  </a:moveTo>
                  <a:lnTo>
                    <a:pt x="328815" y="3009"/>
                  </a:lnTo>
                  <a:lnTo>
                    <a:pt x="328815" y="32118"/>
                  </a:lnTo>
                  <a:lnTo>
                    <a:pt x="310349" y="32118"/>
                  </a:lnTo>
                  <a:lnTo>
                    <a:pt x="310349" y="47345"/>
                  </a:lnTo>
                  <a:lnTo>
                    <a:pt x="328815" y="47345"/>
                  </a:lnTo>
                  <a:lnTo>
                    <a:pt x="328815" y="103289"/>
                  </a:lnTo>
                  <a:lnTo>
                    <a:pt x="348500" y="103289"/>
                  </a:lnTo>
                  <a:lnTo>
                    <a:pt x="348500" y="3009"/>
                  </a:lnTo>
                  <a:close/>
                </a:path>
                <a:path w="1287145" h="106045">
                  <a:moveTo>
                    <a:pt x="375856" y="3022"/>
                  </a:moveTo>
                  <a:lnTo>
                    <a:pt x="356476" y="2984"/>
                  </a:lnTo>
                  <a:lnTo>
                    <a:pt x="356476" y="103327"/>
                  </a:lnTo>
                  <a:lnTo>
                    <a:pt x="375856" y="103327"/>
                  </a:lnTo>
                  <a:lnTo>
                    <a:pt x="375856" y="3022"/>
                  </a:lnTo>
                  <a:close/>
                </a:path>
                <a:path w="1287145" h="106045">
                  <a:moveTo>
                    <a:pt x="460133" y="4851"/>
                  </a:moveTo>
                  <a:lnTo>
                    <a:pt x="437743" y="4851"/>
                  </a:lnTo>
                  <a:lnTo>
                    <a:pt x="437743" y="18669"/>
                  </a:lnTo>
                  <a:lnTo>
                    <a:pt x="437743" y="66116"/>
                  </a:lnTo>
                  <a:lnTo>
                    <a:pt x="416852" y="66116"/>
                  </a:lnTo>
                  <a:lnTo>
                    <a:pt x="416852" y="18669"/>
                  </a:lnTo>
                  <a:lnTo>
                    <a:pt x="437743" y="18669"/>
                  </a:lnTo>
                  <a:lnTo>
                    <a:pt x="437743" y="4851"/>
                  </a:lnTo>
                  <a:lnTo>
                    <a:pt x="394487" y="4851"/>
                  </a:lnTo>
                  <a:lnTo>
                    <a:pt x="394487" y="67767"/>
                  </a:lnTo>
                  <a:lnTo>
                    <a:pt x="396240" y="73888"/>
                  </a:lnTo>
                  <a:lnTo>
                    <a:pt x="401027" y="77724"/>
                  </a:lnTo>
                  <a:lnTo>
                    <a:pt x="408127" y="79717"/>
                  </a:lnTo>
                  <a:lnTo>
                    <a:pt x="416839" y="80276"/>
                  </a:lnTo>
                  <a:lnTo>
                    <a:pt x="460133" y="80276"/>
                  </a:lnTo>
                  <a:lnTo>
                    <a:pt x="460133" y="66116"/>
                  </a:lnTo>
                  <a:lnTo>
                    <a:pt x="460133" y="18669"/>
                  </a:lnTo>
                  <a:lnTo>
                    <a:pt x="460133" y="4851"/>
                  </a:lnTo>
                  <a:close/>
                </a:path>
                <a:path w="1287145" h="106045">
                  <a:moveTo>
                    <a:pt x="502793" y="2971"/>
                  </a:moveTo>
                  <a:lnTo>
                    <a:pt x="479386" y="2971"/>
                  </a:lnTo>
                  <a:lnTo>
                    <a:pt x="479386" y="104114"/>
                  </a:lnTo>
                  <a:lnTo>
                    <a:pt x="502793" y="104114"/>
                  </a:lnTo>
                  <a:lnTo>
                    <a:pt x="502793" y="2971"/>
                  </a:lnTo>
                  <a:close/>
                </a:path>
                <a:path w="1287145" h="106045">
                  <a:moveTo>
                    <a:pt x="596442" y="7772"/>
                  </a:moveTo>
                  <a:lnTo>
                    <a:pt x="539330" y="7772"/>
                  </a:lnTo>
                  <a:lnTo>
                    <a:pt x="539330" y="22161"/>
                  </a:lnTo>
                  <a:lnTo>
                    <a:pt x="575589" y="22161"/>
                  </a:lnTo>
                  <a:lnTo>
                    <a:pt x="575348" y="22936"/>
                  </a:lnTo>
                  <a:lnTo>
                    <a:pt x="555586" y="28321"/>
                  </a:lnTo>
                  <a:lnTo>
                    <a:pt x="536905" y="28321"/>
                  </a:lnTo>
                  <a:lnTo>
                    <a:pt x="536905" y="40386"/>
                  </a:lnTo>
                  <a:lnTo>
                    <a:pt x="546125" y="40386"/>
                  </a:lnTo>
                  <a:lnTo>
                    <a:pt x="548690" y="40208"/>
                  </a:lnTo>
                  <a:lnTo>
                    <a:pt x="563333" y="38874"/>
                  </a:lnTo>
                  <a:lnTo>
                    <a:pt x="563016" y="39192"/>
                  </a:lnTo>
                  <a:lnTo>
                    <a:pt x="531698" y="51993"/>
                  </a:lnTo>
                  <a:lnTo>
                    <a:pt x="541515" y="63601"/>
                  </a:lnTo>
                  <a:lnTo>
                    <a:pt x="579589" y="44792"/>
                  </a:lnTo>
                  <a:lnTo>
                    <a:pt x="585431" y="38874"/>
                  </a:lnTo>
                  <a:lnTo>
                    <a:pt x="588365" y="34785"/>
                  </a:lnTo>
                  <a:lnTo>
                    <a:pt x="594817" y="21158"/>
                  </a:lnTo>
                  <a:lnTo>
                    <a:pt x="596442" y="14427"/>
                  </a:lnTo>
                  <a:lnTo>
                    <a:pt x="596442" y="7772"/>
                  </a:lnTo>
                  <a:close/>
                </a:path>
                <a:path w="1287145" h="106045">
                  <a:moveTo>
                    <a:pt x="630389" y="63830"/>
                  </a:moveTo>
                  <a:lnTo>
                    <a:pt x="612330" y="63830"/>
                  </a:lnTo>
                  <a:lnTo>
                    <a:pt x="612330" y="78574"/>
                  </a:lnTo>
                  <a:lnTo>
                    <a:pt x="612330" y="89712"/>
                  </a:lnTo>
                  <a:lnTo>
                    <a:pt x="568921" y="89712"/>
                  </a:lnTo>
                  <a:lnTo>
                    <a:pt x="568921" y="78574"/>
                  </a:lnTo>
                  <a:lnTo>
                    <a:pt x="612330" y="78574"/>
                  </a:lnTo>
                  <a:lnTo>
                    <a:pt x="612330" y="63830"/>
                  </a:lnTo>
                  <a:lnTo>
                    <a:pt x="550849" y="63830"/>
                  </a:lnTo>
                  <a:lnTo>
                    <a:pt x="550849" y="104444"/>
                  </a:lnTo>
                  <a:lnTo>
                    <a:pt x="630389" y="104444"/>
                  </a:lnTo>
                  <a:lnTo>
                    <a:pt x="630389" y="89712"/>
                  </a:lnTo>
                  <a:lnTo>
                    <a:pt x="630389" y="78574"/>
                  </a:lnTo>
                  <a:lnTo>
                    <a:pt x="630389" y="63830"/>
                  </a:lnTo>
                  <a:close/>
                </a:path>
                <a:path w="1287145" h="106045">
                  <a:moveTo>
                    <a:pt x="630758" y="2438"/>
                  </a:moveTo>
                  <a:lnTo>
                    <a:pt x="612686" y="2438"/>
                  </a:lnTo>
                  <a:lnTo>
                    <a:pt x="612686" y="28194"/>
                  </a:lnTo>
                  <a:lnTo>
                    <a:pt x="592683" y="28194"/>
                  </a:lnTo>
                  <a:lnTo>
                    <a:pt x="592683" y="43180"/>
                  </a:lnTo>
                  <a:lnTo>
                    <a:pt x="612686" y="43180"/>
                  </a:lnTo>
                  <a:lnTo>
                    <a:pt x="612686" y="59880"/>
                  </a:lnTo>
                  <a:lnTo>
                    <a:pt x="630758" y="59880"/>
                  </a:lnTo>
                  <a:lnTo>
                    <a:pt x="630758" y="2438"/>
                  </a:lnTo>
                  <a:close/>
                </a:path>
                <a:path w="1287145" h="106045">
                  <a:moveTo>
                    <a:pt x="736854" y="5918"/>
                  </a:moveTo>
                  <a:lnTo>
                    <a:pt x="650887" y="5918"/>
                  </a:lnTo>
                  <a:lnTo>
                    <a:pt x="650887" y="20891"/>
                  </a:lnTo>
                  <a:lnTo>
                    <a:pt x="736854" y="20891"/>
                  </a:lnTo>
                  <a:lnTo>
                    <a:pt x="736854" y="5918"/>
                  </a:lnTo>
                  <a:close/>
                </a:path>
                <a:path w="1287145" h="106045">
                  <a:moveTo>
                    <a:pt x="739279" y="40614"/>
                  </a:moveTo>
                  <a:lnTo>
                    <a:pt x="723747" y="40614"/>
                  </a:lnTo>
                  <a:lnTo>
                    <a:pt x="725576" y="23329"/>
                  </a:lnTo>
                  <a:lnTo>
                    <a:pt x="707263" y="23329"/>
                  </a:lnTo>
                  <a:lnTo>
                    <a:pt x="705815" y="40614"/>
                  </a:lnTo>
                  <a:lnTo>
                    <a:pt x="681799" y="40614"/>
                  </a:lnTo>
                  <a:lnTo>
                    <a:pt x="680351" y="23329"/>
                  </a:lnTo>
                  <a:lnTo>
                    <a:pt x="662038" y="23329"/>
                  </a:lnTo>
                  <a:lnTo>
                    <a:pt x="663854" y="40614"/>
                  </a:lnTo>
                  <a:lnTo>
                    <a:pt x="648462" y="40614"/>
                  </a:lnTo>
                  <a:lnTo>
                    <a:pt x="648462" y="55587"/>
                  </a:lnTo>
                  <a:lnTo>
                    <a:pt x="739279" y="55587"/>
                  </a:lnTo>
                  <a:lnTo>
                    <a:pt x="739279" y="40614"/>
                  </a:lnTo>
                  <a:close/>
                </a:path>
                <a:path w="1287145" h="106045">
                  <a:moveTo>
                    <a:pt x="747763" y="61391"/>
                  </a:moveTo>
                  <a:lnTo>
                    <a:pt x="639965" y="61391"/>
                  </a:lnTo>
                  <a:lnTo>
                    <a:pt x="639965" y="76365"/>
                  </a:lnTo>
                  <a:lnTo>
                    <a:pt x="665429" y="76365"/>
                  </a:lnTo>
                  <a:lnTo>
                    <a:pt x="665429" y="104444"/>
                  </a:lnTo>
                  <a:lnTo>
                    <a:pt x="683501" y="104444"/>
                  </a:lnTo>
                  <a:lnTo>
                    <a:pt x="683501" y="76365"/>
                  </a:lnTo>
                  <a:lnTo>
                    <a:pt x="704850" y="76365"/>
                  </a:lnTo>
                  <a:lnTo>
                    <a:pt x="704850" y="105613"/>
                  </a:lnTo>
                  <a:lnTo>
                    <a:pt x="722909" y="105613"/>
                  </a:lnTo>
                  <a:lnTo>
                    <a:pt x="722909" y="76365"/>
                  </a:lnTo>
                  <a:lnTo>
                    <a:pt x="747763" y="76365"/>
                  </a:lnTo>
                  <a:lnTo>
                    <a:pt x="747763" y="61391"/>
                  </a:lnTo>
                  <a:close/>
                </a:path>
                <a:path w="1287145" h="106045">
                  <a:moveTo>
                    <a:pt x="818705" y="68008"/>
                  </a:moveTo>
                  <a:lnTo>
                    <a:pt x="777481" y="70802"/>
                  </a:lnTo>
                  <a:lnTo>
                    <a:pt x="776262" y="70802"/>
                  </a:lnTo>
                  <a:lnTo>
                    <a:pt x="776262" y="55359"/>
                  </a:lnTo>
                  <a:lnTo>
                    <a:pt x="808393" y="55359"/>
                  </a:lnTo>
                  <a:lnTo>
                    <a:pt x="808393" y="40386"/>
                  </a:lnTo>
                  <a:lnTo>
                    <a:pt x="776262" y="40386"/>
                  </a:lnTo>
                  <a:lnTo>
                    <a:pt x="776262" y="26809"/>
                  </a:lnTo>
                  <a:lnTo>
                    <a:pt x="809612" y="26809"/>
                  </a:lnTo>
                  <a:lnTo>
                    <a:pt x="809612" y="11836"/>
                  </a:lnTo>
                  <a:lnTo>
                    <a:pt x="758202" y="11836"/>
                  </a:lnTo>
                  <a:lnTo>
                    <a:pt x="758202" y="85763"/>
                  </a:lnTo>
                  <a:lnTo>
                    <a:pt x="800798" y="84607"/>
                  </a:lnTo>
                  <a:lnTo>
                    <a:pt x="811669" y="83337"/>
                  </a:lnTo>
                  <a:lnTo>
                    <a:pt x="815238" y="82956"/>
                  </a:lnTo>
                  <a:lnTo>
                    <a:pt x="818705" y="82638"/>
                  </a:lnTo>
                  <a:lnTo>
                    <a:pt x="818705" y="70802"/>
                  </a:lnTo>
                  <a:lnTo>
                    <a:pt x="818705" y="68008"/>
                  </a:lnTo>
                  <a:close/>
                </a:path>
                <a:path w="1287145" h="106045">
                  <a:moveTo>
                    <a:pt x="847801" y="2438"/>
                  </a:moveTo>
                  <a:lnTo>
                    <a:pt x="829741" y="2438"/>
                  </a:lnTo>
                  <a:lnTo>
                    <a:pt x="829741" y="40271"/>
                  </a:lnTo>
                  <a:lnTo>
                    <a:pt x="813981" y="40271"/>
                  </a:lnTo>
                  <a:lnTo>
                    <a:pt x="813981" y="55245"/>
                  </a:lnTo>
                  <a:lnTo>
                    <a:pt x="829741" y="55245"/>
                  </a:lnTo>
                  <a:lnTo>
                    <a:pt x="829741" y="105613"/>
                  </a:lnTo>
                  <a:lnTo>
                    <a:pt x="847801" y="105613"/>
                  </a:lnTo>
                  <a:lnTo>
                    <a:pt x="847801" y="2438"/>
                  </a:lnTo>
                  <a:close/>
                </a:path>
                <a:path w="1287145" h="106045">
                  <a:moveTo>
                    <a:pt x="922489" y="48514"/>
                  </a:moveTo>
                  <a:lnTo>
                    <a:pt x="908354" y="12661"/>
                  </a:lnTo>
                  <a:lnTo>
                    <a:pt x="904798" y="10985"/>
                  </a:lnTo>
                  <a:lnTo>
                    <a:pt x="904798" y="42430"/>
                  </a:lnTo>
                  <a:lnTo>
                    <a:pt x="904798" y="54508"/>
                  </a:lnTo>
                  <a:lnTo>
                    <a:pt x="903605" y="60045"/>
                  </a:lnTo>
                  <a:lnTo>
                    <a:pt x="898829" y="69938"/>
                  </a:lnTo>
                  <a:lnTo>
                    <a:pt x="895489" y="72415"/>
                  </a:lnTo>
                  <a:lnTo>
                    <a:pt x="887006" y="72415"/>
                  </a:lnTo>
                  <a:lnTo>
                    <a:pt x="883653" y="69926"/>
                  </a:lnTo>
                  <a:lnTo>
                    <a:pt x="878636" y="59944"/>
                  </a:lnTo>
                  <a:lnTo>
                    <a:pt x="877404" y="54508"/>
                  </a:lnTo>
                  <a:lnTo>
                    <a:pt x="877392" y="42430"/>
                  </a:lnTo>
                  <a:lnTo>
                    <a:pt x="878636" y="36969"/>
                  </a:lnTo>
                  <a:lnTo>
                    <a:pt x="883653" y="26987"/>
                  </a:lnTo>
                  <a:lnTo>
                    <a:pt x="887006" y="24485"/>
                  </a:lnTo>
                  <a:lnTo>
                    <a:pt x="895489" y="24485"/>
                  </a:lnTo>
                  <a:lnTo>
                    <a:pt x="898829" y="26987"/>
                  </a:lnTo>
                  <a:lnTo>
                    <a:pt x="903605" y="36969"/>
                  </a:lnTo>
                  <a:lnTo>
                    <a:pt x="904798" y="42430"/>
                  </a:lnTo>
                  <a:lnTo>
                    <a:pt x="904798" y="10985"/>
                  </a:lnTo>
                  <a:lnTo>
                    <a:pt x="900709" y="9055"/>
                  </a:lnTo>
                  <a:lnTo>
                    <a:pt x="881545" y="9055"/>
                  </a:lnTo>
                  <a:lnTo>
                    <a:pt x="859688" y="48514"/>
                  </a:lnTo>
                  <a:lnTo>
                    <a:pt x="860221" y="56908"/>
                  </a:lnTo>
                  <a:lnTo>
                    <a:pt x="881545" y="87858"/>
                  </a:lnTo>
                  <a:lnTo>
                    <a:pt x="900709" y="87858"/>
                  </a:lnTo>
                  <a:lnTo>
                    <a:pt x="921956" y="56857"/>
                  </a:lnTo>
                  <a:lnTo>
                    <a:pt x="922489" y="48514"/>
                  </a:lnTo>
                  <a:close/>
                </a:path>
                <a:path w="1287145" h="106045">
                  <a:moveTo>
                    <a:pt x="966508" y="42011"/>
                  </a:moveTo>
                  <a:lnTo>
                    <a:pt x="952080" y="42011"/>
                  </a:lnTo>
                  <a:lnTo>
                    <a:pt x="952080" y="2438"/>
                  </a:lnTo>
                  <a:lnTo>
                    <a:pt x="934021" y="2438"/>
                  </a:lnTo>
                  <a:lnTo>
                    <a:pt x="934021" y="105613"/>
                  </a:lnTo>
                  <a:lnTo>
                    <a:pt x="952080" y="105613"/>
                  </a:lnTo>
                  <a:lnTo>
                    <a:pt x="952080" y="58026"/>
                  </a:lnTo>
                  <a:lnTo>
                    <a:pt x="966508" y="58026"/>
                  </a:lnTo>
                  <a:lnTo>
                    <a:pt x="966508" y="42011"/>
                  </a:lnTo>
                  <a:close/>
                </a:path>
                <a:path w="1287145" h="106045">
                  <a:moveTo>
                    <a:pt x="1062304" y="54775"/>
                  </a:moveTo>
                  <a:lnTo>
                    <a:pt x="998283" y="54775"/>
                  </a:lnTo>
                  <a:lnTo>
                    <a:pt x="998283" y="47688"/>
                  </a:lnTo>
                  <a:lnTo>
                    <a:pt x="1059878" y="47688"/>
                  </a:lnTo>
                  <a:lnTo>
                    <a:pt x="1059878" y="32727"/>
                  </a:lnTo>
                  <a:lnTo>
                    <a:pt x="998283" y="32727"/>
                  </a:lnTo>
                  <a:lnTo>
                    <a:pt x="998283" y="25527"/>
                  </a:lnTo>
                  <a:lnTo>
                    <a:pt x="1060488" y="25527"/>
                  </a:lnTo>
                  <a:lnTo>
                    <a:pt x="1060488" y="10553"/>
                  </a:lnTo>
                  <a:lnTo>
                    <a:pt x="979855" y="10553"/>
                  </a:lnTo>
                  <a:lnTo>
                    <a:pt x="979855" y="69735"/>
                  </a:lnTo>
                  <a:lnTo>
                    <a:pt x="1062304" y="69735"/>
                  </a:lnTo>
                  <a:lnTo>
                    <a:pt x="1062304" y="54775"/>
                  </a:lnTo>
                  <a:close/>
                </a:path>
                <a:path w="1287145" h="106045">
                  <a:moveTo>
                    <a:pt x="1073950" y="80187"/>
                  </a:moveTo>
                  <a:lnTo>
                    <a:pt x="966152" y="80187"/>
                  </a:lnTo>
                  <a:lnTo>
                    <a:pt x="966152" y="95173"/>
                  </a:lnTo>
                  <a:lnTo>
                    <a:pt x="1073950" y="95173"/>
                  </a:lnTo>
                  <a:lnTo>
                    <a:pt x="1073950" y="80187"/>
                  </a:lnTo>
                  <a:close/>
                </a:path>
                <a:path w="1287145" h="106045">
                  <a:moveTo>
                    <a:pt x="1131544" y="1384"/>
                  </a:moveTo>
                  <a:lnTo>
                    <a:pt x="1093825" y="1384"/>
                  </a:lnTo>
                  <a:lnTo>
                    <a:pt x="1093825" y="14503"/>
                  </a:lnTo>
                  <a:lnTo>
                    <a:pt x="1131544" y="14503"/>
                  </a:lnTo>
                  <a:lnTo>
                    <a:pt x="1131544" y="1384"/>
                  </a:lnTo>
                  <a:close/>
                </a:path>
                <a:path w="1287145" h="106045">
                  <a:moveTo>
                    <a:pt x="1144041" y="45250"/>
                  </a:moveTo>
                  <a:lnTo>
                    <a:pt x="1141082" y="41186"/>
                  </a:lnTo>
                  <a:lnTo>
                    <a:pt x="1129284" y="35153"/>
                  </a:lnTo>
                  <a:lnTo>
                    <a:pt x="1125118" y="34302"/>
                  </a:lnTo>
                  <a:lnTo>
                    <a:pt x="1125118" y="48729"/>
                  </a:lnTo>
                  <a:lnTo>
                    <a:pt x="1125004" y="52184"/>
                  </a:lnTo>
                  <a:lnTo>
                    <a:pt x="1123886" y="53340"/>
                  </a:lnTo>
                  <a:lnTo>
                    <a:pt x="1118946" y="55041"/>
                  </a:lnTo>
                  <a:lnTo>
                    <a:pt x="1116152" y="55473"/>
                  </a:lnTo>
                  <a:lnTo>
                    <a:pt x="1110005" y="55473"/>
                  </a:lnTo>
                  <a:lnTo>
                    <a:pt x="1107198" y="55067"/>
                  </a:lnTo>
                  <a:lnTo>
                    <a:pt x="1101940" y="53441"/>
                  </a:lnTo>
                  <a:lnTo>
                    <a:pt x="1100620" y="52184"/>
                  </a:lnTo>
                  <a:lnTo>
                    <a:pt x="1100620" y="48856"/>
                  </a:lnTo>
                  <a:lnTo>
                    <a:pt x="1101966" y="47637"/>
                  </a:lnTo>
                  <a:lnTo>
                    <a:pt x="1107300" y="46012"/>
                  </a:lnTo>
                  <a:lnTo>
                    <a:pt x="1110081" y="45605"/>
                  </a:lnTo>
                  <a:lnTo>
                    <a:pt x="1116063" y="45605"/>
                  </a:lnTo>
                  <a:lnTo>
                    <a:pt x="1118895" y="46012"/>
                  </a:lnTo>
                  <a:lnTo>
                    <a:pt x="1123861" y="47536"/>
                  </a:lnTo>
                  <a:lnTo>
                    <a:pt x="1125118" y="48729"/>
                  </a:lnTo>
                  <a:lnTo>
                    <a:pt x="1125118" y="34302"/>
                  </a:lnTo>
                  <a:lnTo>
                    <a:pt x="1121930" y="33642"/>
                  </a:lnTo>
                  <a:lnTo>
                    <a:pt x="1104874" y="33642"/>
                  </a:lnTo>
                  <a:lnTo>
                    <a:pt x="1097546" y="35179"/>
                  </a:lnTo>
                  <a:lnTo>
                    <a:pt x="1084783" y="41287"/>
                  </a:lnTo>
                  <a:lnTo>
                    <a:pt x="1081684" y="45250"/>
                  </a:lnTo>
                  <a:lnTo>
                    <a:pt x="1081620" y="55473"/>
                  </a:lnTo>
                  <a:lnTo>
                    <a:pt x="1084770" y="59588"/>
                  </a:lnTo>
                  <a:lnTo>
                    <a:pt x="1097457" y="66319"/>
                  </a:lnTo>
                  <a:lnTo>
                    <a:pt x="1104671" y="67995"/>
                  </a:lnTo>
                  <a:lnTo>
                    <a:pt x="1121892" y="67995"/>
                  </a:lnTo>
                  <a:lnTo>
                    <a:pt x="1129385" y="66344"/>
                  </a:lnTo>
                  <a:lnTo>
                    <a:pt x="1141107" y="59690"/>
                  </a:lnTo>
                  <a:lnTo>
                    <a:pt x="1144041" y="55473"/>
                  </a:lnTo>
                  <a:lnTo>
                    <a:pt x="1144041" y="45605"/>
                  </a:lnTo>
                  <a:lnTo>
                    <a:pt x="1144041" y="45250"/>
                  </a:lnTo>
                  <a:close/>
                </a:path>
                <a:path w="1287145" h="106045">
                  <a:moveTo>
                    <a:pt x="1147064" y="18097"/>
                  </a:moveTo>
                  <a:lnTo>
                    <a:pt x="1078560" y="18097"/>
                  </a:lnTo>
                  <a:lnTo>
                    <a:pt x="1078560" y="31559"/>
                  </a:lnTo>
                  <a:lnTo>
                    <a:pt x="1147064" y="31559"/>
                  </a:lnTo>
                  <a:lnTo>
                    <a:pt x="1147064" y="18097"/>
                  </a:lnTo>
                  <a:close/>
                </a:path>
                <a:path w="1287145" h="106045">
                  <a:moveTo>
                    <a:pt x="1171562" y="71945"/>
                  </a:moveTo>
                  <a:lnTo>
                    <a:pt x="1090320" y="71945"/>
                  </a:lnTo>
                  <a:lnTo>
                    <a:pt x="1090320" y="86347"/>
                  </a:lnTo>
                  <a:lnTo>
                    <a:pt x="1152893" y="86347"/>
                  </a:lnTo>
                  <a:lnTo>
                    <a:pt x="1152893" y="105600"/>
                  </a:lnTo>
                  <a:lnTo>
                    <a:pt x="1171562" y="105600"/>
                  </a:lnTo>
                  <a:lnTo>
                    <a:pt x="1171562" y="71945"/>
                  </a:lnTo>
                  <a:close/>
                </a:path>
                <a:path w="1287145" h="106045">
                  <a:moveTo>
                    <a:pt x="1185379" y="29235"/>
                  </a:moveTo>
                  <a:lnTo>
                    <a:pt x="1171562" y="29235"/>
                  </a:lnTo>
                  <a:lnTo>
                    <a:pt x="1171562" y="2425"/>
                  </a:lnTo>
                  <a:lnTo>
                    <a:pt x="1153490" y="2425"/>
                  </a:lnTo>
                  <a:lnTo>
                    <a:pt x="1153490" y="68351"/>
                  </a:lnTo>
                  <a:lnTo>
                    <a:pt x="1171562" y="68351"/>
                  </a:lnTo>
                  <a:lnTo>
                    <a:pt x="1171562" y="44907"/>
                  </a:lnTo>
                  <a:lnTo>
                    <a:pt x="1185379" y="44907"/>
                  </a:lnTo>
                  <a:lnTo>
                    <a:pt x="1185379" y="29235"/>
                  </a:lnTo>
                  <a:close/>
                </a:path>
                <a:path w="1287145" h="106045">
                  <a:moveTo>
                    <a:pt x="1252677" y="14655"/>
                  </a:moveTo>
                  <a:lnTo>
                    <a:pt x="1251623" y="12649"/>
                  </a:lnTo>
                  <a:lnTo>
                    <a:pt x="1250251" y="10045"/>
                  </a:lnTo>
                  <a:lnTo>
                    <a:pt x="1240548" y="2006"/>
                  </a:lnTo>
                  <a:lnTo>
                    <a:pt x="1235456" y="622"/>
                  </a:lnTo>
                  <a:lnTo>
                    <a:pt x="1235456" y="18376"/>
                  </a:lnTo>
                  <a:lnTo>
                    <a:pt x="1235456" y="21158"/>
                  </a:lnTo>
                  <a:lnTo>
                    <a:pt x="1234528" y="22631"/>
                  </a:lnTo>
                  <a:lnTo>
                    <a:pt x="1230807" y="25869"/>
                  </a:lnTo>
                  <a:lnTo>
                    <a:pt x="1227785" y="26682"/>
                  </a:lnTo>
                  <a:lnTo>
                    <a:pt x="1219454" y="26682"/>
                  </a:lnTo>
                  <a:lnTo>
                    <a:pt x="1216431" y="25869"/>
                  </a:lnTo>
                  <a:lnTo>
                    <a:pt x="1212634" y="22631"/>
                  </a:lnTo>
                  <a:lnTo>
                    <a:pt x="1211694" y="21158"/>
                  </a:lnTo>
                  <a:lnTo>
                    <a:pt x="1211694" y="18376"/>
                  </a:lnTo>
                  <a:lnTo>
                    <a:pt x="1212608" y="16802"/>
                  </a:lnTo>
                  <a:lnTo>
                    <a:pt x="1216240" y="13474"/>
                  </a:lnTo>
                  <a:lnTo>
                    <a:pt x="1219250" y="12649"/>
                  </a:lnTo>
                  <a:lnTo>
                    <a:pt x="1227734" y="12649"/>
                  </a:lnTo>
                  <a:lnTo>
                    <a:pt x="1230807" y="13474"/>
                  </a:lnTo>
                  <a:lnTo>
                    <a:pt x="1234528" y="16802"/>
                  </a:lnTo>
                  <a:lnTo>
                    <a:pt x="1235456" y="18376"/>
                  </a:lnTo>
                  <a:lnTo>
                    <a:pt x="1235456" y="622"/>
                  </a:lnTo>
                  <a:lnTo>
                    <a:pt x="1233233" y="0"/>
                  </a:lnTo>
                  <a:lnTo>
                    <a:pt x="1213916" y="0"/>
                  </a:lnTo>
                  <a:lnTo>
                    <a:pt x="1206677" y="2019"/>
                  </a:lnTo>
                  <a:lnTo>
                    <a:pt x="1196822" y="10147"/>
                  </a:lnTo>
                  <a:lnTo>
                    <a:pt x="1194384" y="14655"/>
                  </a:lnTo>
                  <a:lnTo>
                    <a:pt x="1194384" y="25107"/>
                  </a:lnTo>
                  <a:lnTo>
                    <a:pt x="1196822" y="29654"/>
                  </a:lnTo>
                  <a:lnTo>
                    <a:pt x="1206677" y="37769"/>
                  </a:lnTo>
                  <a:lnTo>
                    <a:pt x="1213916" y="39801"/>
                  </a:lnTo>
                  <a:lnTo>
                    <a:pt x="1233068" y="39801"/>
                  </a:lnTo>
                  <a:lnTo>
                    <a:pt x="1240358" y="37769"/>
                  </a:lnTo>
                  <a:lnTo>
                    <a:pt x="1250213" y="29743"/>
                  </a:lnTo>
                  <a:lnTo>
                    <a:pt x="1251839" y="26682"/>
                  </a:lnTo>
                  <a:lnTo>
                    <a:pt x="1252677" y="25107"/>
                  </a:lnTo>
                  <a:lnTo>
                    <a:pt x="1252677" y="14655"/>
                  </a:lnTo>
                  <a:close/>
                </a:path>
                <a:path w="1287145" h="106045">
                  <a:moveTo>
                    <a:pt x="1263103" y="39687"/>
                  </a:moveTo>
                  <a:lnTo>
                    <a:pt x="1259382" y="40309"/>
                  </a:lnTo>
                  <a:lnTo>
                    <a:pt x="1252982" y="40944"/>
                  </a:lnTo>
                  <a:lnTo>
                    <a:pt x="1234795" y="42265"/>
                  </a:lnTo>
                  <a:lnTo>
                    <a:pt x="1227569" y="42595"/>
                  </a:lnTo>
                  <a:lnTo>
                    <a:pt x="1186230" y="42595"/>
                  </a:lnTo>
                  <a:lnTo>
                    <a:pt x="1186230" y="57213"/>
                  </a:lnTo>
                  <a:lnTo>
                    <a:pt x="1208544" y="57213"/>
                  </a:lnTo>
                  <a:lnTo>
                    <a:pt x="1208544" y="71145"/>
                  </a:lnTo>
                  <a:lnTo>
                    <a:pt x="1226604" y="71145"/>
                  </a:lnTo>
                  <a:lnTo>
                    <a:pt x="1226604" y="56972"/>
                  </a:lnTo>
                  <a:lnTo>
                    <a:pt x="1230807" y="56908"/>
                  </a:lnTo>
                  <a:lnTo>
                    <a:pt x="1236726" y="56603"/>
                  </a:lnTo>
                  <a:lnTo>
                    <a:pt x="1252004" y="55613"/>
                  </a:lnTo>
                  <a:lnTo>
                    <a:pt x="1258252" y="54965"/>
                  </a:lnTo>
                  <a:lnTo>
                    <a:pt x="1263103" y="54190"/>
                  </a:lnTo>
                  <a:lnTo>
                    <a:pt x="1263103" y="39687"/>
                  </a:lnTo>
                  <a:close/>
                </a:path>
                <a:path w="1287145" h="106045">
                  <a:moveTo>
                    <a:pt x="1284325" y="2425"/>
                  </a:moveTo>
                  <a:lnTo>
                    <a:pt x="1266380" y="2425"/>
                  </a:lnTo>
                  <a:lnTo>
                    <a:pt x="1266380" y="59423"/>
                  </a:lnTo>
                  <a:lnTo>
                    <a:pt x="1242491" y="59423"/>
                  </a:lnTo>
                  <a:lnTo>
                    <a:pt x="1242491" y="72885"/>
                  </a:lnTo>
                  <a:lnTo>
                    <a:pt x="1266380" y="72885"/>
                  </a:lnTo>
                  <a:lnTo>
                    <a:pt x="1266380" y="80302"/>
                  </a:lnTo>
                  <a:lnTo>
                    <a:pt x="1284325" y="80302"/>
                  </a:lnTo>
                  <a:lnTo>
                    <a:pt x="1284325" y="2425"/>
                  </a:lnTo>
                  <a:close/>
                </a:path>
                <a:path w="1287145" h="106045">
                  <a:moveTo>
                    <a:pt x="1286751" y="88315"/>
                  </a:moveTo>
                  <a:lnTo>
                    <a:pt x="1221270" y="88315"/>
                  </a:lnTo>
                  <a:lnTo>
                    <a:pt x="1221270" y="74155"/>
                  </a:lnTo>
                  <a:lnTo>
                    <a:pt x="1203210" y="74155"/>
                  </a:lnTo>
                  <a:lnTo>
                    <a:pt x="1203210" y="103289"/>
                  </a:lnTo>
                  <a:lnTo>
                    <a:pt x="1286751" y="103289"/>
                  </a:lnTo>
                  <a:lnTo>
                    <a:pt x="1286751" y="88315"/>
                  </a:lnTo>
                  <a:close/>
                </a:path>
              </a:pathLst>
            </a:custGeom>
            <a:solidFill>
              <a:srgbClr val="87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2" name="object 3"/>
          <p:cNvSpPr txBox="1">
            <a:spLocks noGrp="1"/>
          </p:cNvSpPr>
          <p:nvPr>
            <p:ph type="title"/>
          </p:nvPr>
        </p:nvSpPr>
        <p:spPr>
          <a:xfrm>
            <a:off x="635000" y="850900"/>
            <a:ext cx="9423400" cy="28575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  <a:endParaRPr sz="135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ALL-IN-ONE</a:t>
            </a:r>
          </a:p>
        </p:txBody>
      </p:sp>
      <p:sp>
        <p:nvSpPr>
          <p:cNvPr id="11" name="object 5"/>
          <p:cNvSpPr txBox="1"/>
          <p:nvPr/>
        </p:nvSpPr>
        <p:spPr>
          <a:xfrm>
            <a:off x="419100" y="7061200"/>
            <a:ext cx="304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AI ALL-IN-ONE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1397000" y="4699000"/>
            <a:ext cx="7899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프롬프트부터 AI 업무 자동화, 취업 포트폴리오까지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762000" y="5918200"/>
            <a:ext cx="9144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2개월 · 8주 · 총 32시간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bs\Desktop\강사_PPT\Desktop\03.DTP\강사 커리큘럼_디자인_0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902200" y="16637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사용 소프트웨어</a:t>
            </a:r>
            <a:endParaRPr sz="12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02200" y="23368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사전 준비 항목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8600" y="3213100"/>
            <a:ext cx="3721100" cy="914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프롬프트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작성·수정으로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나만의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브랜딩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기획</a:t>
            </a:r>
            <a:endParaRPr lang="ko-KR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취업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시장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조사·분석과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보고서·제안서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제작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나만의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도우미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구성과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자동화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이미지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제작부터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웹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포트폴리오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완성까지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2200" y="50419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수업 방식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8600" y="5029200"/>
            <a:ext cx="3721100" cy="914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1개월차: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프롬프트·리서치·자동화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기초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2개월차: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연결·이미지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제작·웹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배포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실습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중심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오프라인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수업과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피드백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결과물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브랜딩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자료·블로그·웹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포트폴리오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200" y="61214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취업 활용 분야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8600" y="6121400"/>
            <a:ext cx="3721100" cy="7112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디자인·마케팅·콘텐츠·웹 관련 직무의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자료 조사, 기획, 시각 자료 제작에 활용하며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취업 지원용 포트폴리오로 역량을 제시합니다.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902200" y="32258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훈련 목표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78600" y="4292600"/>
            <a:ext cx="3721100" cy="533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: 10대~30대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취업준비생·비전공자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수준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: AI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입문부터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실무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활용까지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단계별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학습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object 33"/>
          <p:cNvSpPr txBox="1"/>
          <p:nvPr/>
        </p:nvSpPr>
        <p:spPr>
          <a:xfrm>
            <a:off x="4902200" y="42926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학습 대상·수준</a:t>
            </a:r>
            <a:endParaRPr lang="en-US" altLang="ko-KR" sz="12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47" name="object 28"/>
          <p:cNvSpPr txBox="1">
            <a:spLocks/>
          </p:cNvSpPr>
          <p:nvPr/>
        </p:nvSpPr>
        <p:spPr>
          <a:xfrm>
            <a:off x="4457700" y="444500"/>
            <a:ext cx="5715000" cy="533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rgbClr val="EC008C"/>
                </a:solidFill>
                <a:latin typeface="Arial"/>
                <a:ea typeface="Arial"/>
                <a:cs typeface="Arial"/>
              </a:rPr>
              <a:t>AI ALL-IN-ONE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045E3B-7286-DF27-CBA3-2BA0A6594BAB}"/>
              </a:ext>
            </a:extLst>
          </p:cNvPr>
          <p:cNvSpPr/>
          <p:nvPr/>
        </p:nvSpPr>
        <p:spPr>
          <a:xfrm>
            <a:off x="4914900" y="4622800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155CE5E-9F34-F8C3-7CCE-804EA41F66A6}"/>
              </a:ext>
            </a:extLst>
          </p:cNvPr>
          <p:cNvSpPr/>
          <p:nvPr/>
        </p:nvSpPr>
        <p:spPr>
          <a:xfrm>
            <a:off x="5054600" y="4622800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bject 9"/>
          <p:cNvSpPr txBox="1"/>
          <p:nvPr/>
        </p:nvSpPr>
        <p:spPr>
          <a:xfrm>
            <a:off x="8648700" y="342900"/>
            <a:ext cx="1676400" cy="165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0" name="object 11"/>
          <p:cNvSpPr txBox="1"/>
          <p:nvPr/>
        </p:nvSpPr>
        <p:spPr>
          <a:xfrm>
            <a:off x="444500" y="1879600"/>
            <a:ext cx="3683000" cy="1562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0" b="0">
                <a:solidFill>
                  <a:srgbClr val="EC008C"/>
                </a:solidFill>
                <a:latin typeface="Arial"/>
                <a:ea typeface="Arial"/>
                <a:cs typeface="Arial"/>
              </a:rPr>
              <a:t>AI</a:t>
            </a:r>
            <a:endParaRPr sz="11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32" name="object 12"/>
          <p:cNvSpPr txBox="1"/>
          <p:nvPr/>
        </p:nvSpPr>
        <p:spPr>
          <a:xfrm>
            <a:off x="444500" y="3556000"/>
            <a:ext cx="3746500" cy="7620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1">
                <a:solidFill>
                  <a:srgbClr val="EC008C"/>
                </a:solidFill>
                <a:latin typeface="Arial"/>
                <a:ea typeface="Arial"/>
                <a:cs typeface="Arial"/>
              </a:rPr>
              <a:t>ALL-IN-ONE</a:t>
            </a:r>
            <a:endParaRPr sz="11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29" name="object 16"/>
          <p:cNvSpPr txBox="1"/>
          <p:nvPr/>
        </p:nvSpPr>
        <p:spPr>
          <a:xfrm>
            <a:off x="6578600" y="1676400"/>
            <a:ext cx="3721100" cy="469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508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Claude: Web·Desktop·Cowork·Code</a:t>
            </a:r>
            <a:endParaRPr lang="en-US" sz="900" b="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Google AI Flow</a:t>
            </a:r>
          </a:p>
        </p:txBody>
      </p:sp>
      <p:sp>
        <p:nvSpPr>
          <p:cNvPr id="35" name="object 18"/>
          <p:cNvSpPr txBox="1"/>
          <p:nvPr/>
        </p:nvSpPr>
        <p:spPr>
          <a:xfrm>
            <a:off x="6578600" y="2324100"/>
            <a:ext cx="3721100" cy="660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Windows사용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PC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Google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계정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유료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구독</a:t>
            </a:r>
            <a:r>
              <a:rPr lang="en-US"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해외 </a:t>
            </a:r>
            <a:r>
              <a:rPr lang="ko-KR" altLang="en-US" sz="105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결제 가능 </a:t>
            </a:r>
            <a:r>
              <a:rPr lang="ko-KR" altLang="en-US"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준</a:t>
            </a:r>
            <a:r>
              <a:rPr lang="ko-KR" altLang="en-US" sz="1050" b="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비</a:t>
            </a:r>
            <a:endParaRPr lang="en-US" altLang="ko-KR"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*Google </a:t>
            </a:r>
            <a:r>
              <a:rPr lang="ko-KR" altLang="en-US" sz="105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로그인 가능 여부 반드시 확인</a:t>
            </a:r>
            <a:endParaRPr sz="105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75" name="TextBox 3074"/>
          <p:cNvSpPr txBox="1"/>
          <p:nvPr/>
        </p:nvSpPr>
        <p:spPr>
          <a:xfrm>
            <a:off x="4483100" y="1092200"/>
            <a:ext cx="56896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A84B82"/>
                </a:solidFill>
                <a:latin typeface="맑은 고딕"/>
                <a:ea typeface="맑은 고딕"/>
                <a:cs typeface="맑은 고딕"/>
              </a:rPr>
              <a:t>Lecture Plan  |  AI취업올인원 1·2</a:t>
            </a:r>
          </a:p>
        </p:txBody>
      </p:sp>
      <p:sp>
        <p:nvSpPr>
          <p:cNvPr id="3076" name="TextBox 3075"/>
          <p:cNvSpPr txBox="1"/>
          <p:nvPr/>
        </p:nvSpPr>
        <p:spPr>
          <a:xfrm>
            <a:off x="444500" y="5029200"/>
            <a:ext cx="2540000" cy="673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프롬프트부터</a:t>
            </a:r>
          </a:p>
          <a:p>
            <a:pPr mar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C008C"/>
                </a:solidFill>
                <a:latin typeface="맑은 고딕"/>
                <a:ea typeface="맑은 고딕"/>
                <a:cs typeface="맑은 고딕"/>
              </a:rPr>
              <a:t>취업 포트폴리오까지</a:t>
            </a:r>
          </a:p>
        </p:txBody>
      </p:sp>
      <p:sp>
        <p:nvSpPr>
          <p:cNvPr id="3077" name="TextBox 3076"/>
          <p:cNvSpPr txBox="1"/>
          <p:nvPr/>
        </p:nvSpPr>
        <p:spPr>
          <a:xfrm>
            <a:off x="444500" y="5880100"/>
            <a:ext cx="190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2개월 · 8주 · 32시간</a:t>
            </a:r>
          </a:p>
        </p:txBody>
      </p:sp>
    </p:spTree>
    <p:extLst>
      <p:ext uri="{BB962C8B-B14F-4D97-AF65-F5344CB8AC3E}">
        <p14:creationId xmlns:p14="http://schemas.microsoft.com/office/powerpoint/2010/main" val="269757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</Words>
  <Application>Microsoft Office PowerPoint</Application>
  <PresentationFormat>사용자 지정</PresentationFormat>
  <Paragraphs>38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Noto Sans KR</vt:lpstr>
      <vt:lpstr>맑은 고딕</vt:lpstr>
      <vt:lpstr>스웨거 TTF</vt:lpstr>
      <vt:lpstr>Arial</vt:lpstr>
      <vt:lpstr>Calibri</vt:lpstr>
      <vt:lpstr>Office 테마</vt:lpstr>
      <vt:lpstr>AI ALL-IN-ONE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AI취업올인원 1·2 과정 커리큘럼</dc:title>
  <dc:subject>프롬프트, AI 업무 자동화, 취업 포트폴리오 제작</dc:subject>
  <dc:creator>SBS</dc:creator>
  <cp:keywords>AI올인원, Claude, Flow, 취업, 포트폴리오</cp:keywords>
  <cp:lastModifiedBy>SBS</cp:lastModifiedBy>
  <cp:revision>3</cp:revision>
  <dcterms:modified xsi:type="dcterms:W3CDTF">2026-09-07T07:56:59Z</dcterms:modified>
</cp:coreProperties>
</file>